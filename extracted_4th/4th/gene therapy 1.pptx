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>
        <p:scale>
          <a:sx n="53" d="100"/>
          <a:sy n="53" d="100"/>
        </p:scale>
        <p:origin x="1176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D9AA7-CFB5-2F44-E3D2-CC00A1B0A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90B04-9AE3-2727-5398-AFA8EA353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1443F-FD5D-4CE5-62C3-2495103EC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F82-DBC7-4D29-895B-CAAF10662CD4}" type="datetimeFigureOut">
              <a:rPr lang="ar-EG" smtClean="0"/>
              <a:t>24/04/1448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CAD21-D81C-0FD5-942F-60DAC2445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6F184-EA1E-898B-6CAD-DB81DEAA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267C-0DF3-45EF-8176-1C92CF68E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12357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FDEC7-3428-BA72-969C-F0151A623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4FF40-AA1F-96A4-E069-23B3E27B0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F4247-9BFF-7A7B-5D24-0BE8EEEB6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F82-DBC7-4D29-895B-CAAF10662CD4}" type="datetimeFigureOut">
              <a:rPr lang="ar-EG" smtClean="0"/>
              <a:t>24/04/1448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E9727-2FBE-FF46-41C0-AD33FFB6B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4CB97-D6B4-736A-E92B-EDB760B7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267C-0DF3-45EF-8176-1C92CF68E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2406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5D792-2E3A-88BA-B276-832AEAC4A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A6823-B345-DD09-9207-2350691B1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42247-8011-E8B7-057D-E457F1B3B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F82-DBC7-4D29-895B-CAAF10662CD4}" type="datetimeFigureOut">
              <a:rPr lang="ar-EG" smtClean="0"/>
              <a:t>24/04/1448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18968-0A17-1BB8-D46A-1463E7DB7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9D47A-21FB-B440-9208-B80AE46CF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267C-0DF3-45EF-8176-1C92CF68E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174830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E7D37-83D8-A1A3-E798-A95F37169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7CCC2-C842-FAE6-1262-FAAD46E118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DCC95-9C42-FC7B-A641-6C254388B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D81ED-5434-C88B-FBDD-C0B222D0C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F82-DBC7-4D29-895B-CAAF10662CD4}" type="datetimeFigureOut">
              <a:rPr lang="ar-EG" smtClean="0"/>
              <a:t>24/04/1448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ACD16-5F8B-DBF1-36F9-61E922CD2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70335-0779-5CA7-5F2F-2316635A9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267C-0DF3-45EF-8176-1C92CF68E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840606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FD510-050B-0AD8-EDA5-BDD538A24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FCAF8-37EC-F231-F633-BCAED2074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7424-599F-24A7-898F-A7A27A2DD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04375A-EBEC-B816-EA38-F006BCD6D5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E0F412-9150-0721-8029-414602C07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3FAD28-0F8D-B636-D0D5-627F2D769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F82-DBC7-4D29-895B-CAAF10662CD4}" type="datetimeFigureOut">
              <a:rPr lang="ar-EG" smtClean="0"/>
              <a:t>24/04/1448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6FD717-3FEA-2D01-0794-4401E015D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A346C-4945-22CA-93BC-97512A94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267C-0DF3-45EF-8176-1C92CF68E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7178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683BA-EA8D-50AE-4342-ACC1B0044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7393C8-3CC3-CDC0-6C2A-7CD97B5D0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F82-DBC7-4D29-895B-CAAF10662CD4}" type="datetimeFigureOut">
              <a:rPr lang="ar-EG" smtClean="0"/>
              <a:t>24/04/1448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476CD-266B-5AB7-52DF-EC01E406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6564B-D5A8-3FE0-1056-937C1CD8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267C-0DF3-45EF-8176-1C92CF68E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857207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25B5A8-282F-998F-C943-1DDD48AE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F82-DBC7-4D29-895B-CAAF10662CD4}" type="datetimeFigureOut">
              <a:rPr lang="ar-EG" smtClean="0"/>
              <a:t>24/04/1448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80016B-947B-25AB-E3B6-9AA6677D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49B19-D5B0-80A6-4C0F-CE1D2C78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267C-0DF3-45EF-8176-1C92CF68E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90719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7538-A26C-0BF3-C0A1-E521ECDC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0DFEE-E123-BC9D-27FF-EC5DE9829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1FFAA-CFC3-DEBD-0824-3FD8C9CFF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4734B-7496-C6C4-FC37-050541314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F82-DBC7-4D29-895B-CAAF10662CD4}" type="datetimeFigureOut">
              <a:rPr lang="ar-EG" smtClean="0"/>
              <a:t>24/04/1448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84D92-6862-E5D6-5A2F-2EEA254A0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4F672-D1A5-E0B7-3CC0-1D8A01EF3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267C-0DF3-45EF-8176-1C92CF68E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853283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09FD0-E013-4023-4F10-4D9DCED00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9B0488-835F-BE56-FA23-150D0D8D0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908D4-DF10-858D-47C5-5C2B6E80C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FF4E0-52D0-4EA3-832A-2B7BF3071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F82-DBC7-4D29-895B-CAAF10662CD4}" type="datetimeFigureOut">
              <a:rPr lang="ar-EG" smtClean="0"/>
              <a:t>24/04/1448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6AB27-DC5D-5920-7EC5-F41FC156D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89E72-1BFA-7281-F082-28678998D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267C-0DF3-45EF-8176-1C92CF68E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364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36CCE-8575-3A50-47B6-E146842A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F04C5-AB88-01DF-1B6B-266CCAF4D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4D5F7-4BE1-B10A-0EF2-BC2FECF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F82-DBC7-4D29-895B-CAAF10662CD4}" type="datetimeFigureOut">
              <a:rPr lang="ar-EG" smtClean="0"/>
              <a:t>24/04/1448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78911-B700-1CF6-28DE-226E78897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B3E93-3EEC-1D55-AC17-C235CF2F7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267C-0DF3-45EF-8176-1C92CF68E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66597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2BFB28-C4BB-6EA2-F8B5-25A00CC153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F8889-BB6A-D171-A972-7C2A6B467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6710D-98CE-EADF-4238-C02AC3D77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F82-DBC7-4D29-895B-CAAF10662CD4}" type="datetimeFigureOut">
              <a:rPr lang="ar-EG" smtClean="0"/>
              <a:t>24/04/1448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D7359-071C-902E-B832-3D55D2482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067C3-8D87-0B02-49EC-CC7054994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6267C-0DF3-45EF-8176-1C92CF68E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82745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B0B547-2269-69BD-E473-4F1F8E0F0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25965-3252-C6E4-B647-336250062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C7BE0-9019-F2CE-98EA-FC6D7FD3F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37EF82-DBC7-4D29-895B-CAAF10662CD4}" type="datetimeFigureOut">
              <a:rPr lang="ar-EG" smtClean="0"/>
              <a:t>24/04/1448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E07D1-44D4-238A-38BB-96D6FF7604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EA3CF-9C2D-9318-DE9C-EADCAC33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56267C-0DF3-45EF-8176-1C92CF68E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09815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613B4A9-1C7C-4729-A016-AB42D3979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4527DA-BF38-1383-C872-DBF76E3BD5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8" r="483"/>
          <a:stretch/>
        </p:blipFill>
        <p:spPr>
          <a:xfrm>
            <a:off x="329316" y="10"/>
            <a:ext cx="11862684" cy="6857990"/>
          </a:xfrm>
          <a:custGeom>
            <a:avLst/>
            <a:gdLst/>
            <a:ahLst/>
            <a:cxnLst/>
            <a:rect l="l" t="t" r="r" b="b"/>
            <a:pathLst>
              <a:path w="11862684" h="6858000">
                <a:moveTo>
                  <a:pt x="1047342" y="0"/>
                </a:moveTo>
                <a:lnTo>
                  <a:pt x="4590463" y="0"/>
                </a:lnTo>
                <a:lnTo>
                  <a:pt x="5499874" y="0"/>
                </a:lnTo>
                <a:lnTo>
                  <a:pt x="5723425" y="0"/>
                </a:lnTo>
                <a:lnTo>
                  <a:pt x="7580390" y="0"/>
                </a:lnTo>
                <a:lnTo>
                  <a:pt x="7747884" y="0"/>
                </a:lnTo>
                <a:lnTo>
                  <a:pt x="7824084" y="0"/>
                </a:lnTo>
                <a:lnTo>
                  <a:pt x="11862684" y="0"/>
                </a:lnTo>
                <a:lnTo>
                  <a:pt x="11862684" y="6858000"/>
                </a:lnTo>
                <a:lnTo>
                  <a:pt x="7824084" y="6858000"/>
                </a:lnTo>
                <a:lnTo>
                  <a:pt x="7747884" y="6858000"/>
                </a:lnTo>
                <a:lnTo>
                  <a:pt x="7580390" y="6858000"/>
                </a:lnTo>
                <a:lnTo>
                  <a:pt x="5723425" y="6858000"/>
                </a:lnTo>
                <a:lnTo>
                  <a:pt x="5499874" y="6858000"/>
                </a:lnTo>
                <a:lnTo>
                  <a:pt x="4590463" y="6858000"/>
                </a:lnTo>
                <a:lnTo>
                  <a:pt x="1654188" y="6858000"/>
                </a:lnTo>
                <a:cubicBezTo>
                  <a:pt x="1530404" y="6786859"/>
                  <a:pt x="1412658" y="6701489"/>
                  <a:pt x="1279816" y="6658805"/>
                </a:cubicBezTo>
                <a:cubicBezTo>
                  <a:pt x="1189242" y="6630349"/>
                  <a:pt x="1101686" y="6580550"/>
                  <a:pt x="1116783" y="6431153"/>
                </a:cubicBezTo>
                <a:cubicBezTo>
                  <a:pt x="1119802" y="6388469"/>
                  <a:pt x="1095648" y="6356456"/>
                  <a:pt x="1059419" y="6367127"/>
                </a:cubicBezTo>
                <a:cubicBezTo>
                  <a:pt x="989979" y="6388469"/>
                  <a:pt x="956768" y="6327999"/>
                  <a:pt x="917520" y="6281757"/>
                </a:cubicBezTo>
                <a:cubicBezTo>
                  <a:pt x="848079" y="6199945"/>
                  <a:pt x="781658" y="6114575"/>
                  <a:pt x="669950" y="6100347"/>
                </a:cubicBezTo>
                <a:cubicBezTo>
                  <a:pt x="691084" y="6036320"/>
                  <a:pt x="727312" y="6043434"/>
                  <a:pt x="760524" y="6057663"/>
                </a:cubicBezTo>
                <a:cubicBezTo>
                  <a:pt x="848079" y="6093234"/>
                  <a:pt x="935634" y="6132361"/>
                  <a:pt x="1023188" y="6167932"/>
                </a:cubicBezTo>
                <a:cubicBezTo>
                  <a:pt x="1080552" y="6189274"/>
                  <a:pt x="1137916" y="6221287"/>
                  <a:pt x="1213395" y="6196388"/>
                </a:cubicBezTo>
                <a:cubicBezTo>
                  <a:pt x="1146974" y="6068335"/>
                  <a:pt x="1035266" y="6043434"/>
                  <a:pt x="944692" y="6004307"/>
                </a:cubicBezTo>
                <a:cubicBezTo>
                  <a:pt x="832982" y="5954508"/>
                  <a:pt x="766562" y="5862025"/>
                  <a:pt x="685045" y="5755314"/>
                </a:cubicBezTo>
                <a:cubicBezTo>
                  <a:pt x="766562" y="5726858"/>
                  <a:pt x="817887" y="5805112"/>
                  <a:pt x="884310" y="5801555"/>
                </a:cubicBezTo>
                <a:cubicBezTo>
                  <a:pt x="887328" y="5790884"/>
                  <a:pt x="893366" y="5769542"/>
                  <a:pt x="893366" y="5769542"/>
                </a:cubicBezTo>
                <a:cubicBezTo>
                  <a:pt x="784676" y="5712629"/>
                  <a:pt x="736372" y="5605917"/>
                  <a:pt x="718256" y="5474306"/>
                </a:cubicBezTo>
                <a:cubicBezTo>
                  <a:pt x="712218" y="5406721"/>
                  <a:pt x="672970" y="5385379"/>
                  <a:pt x="633720" y="5353367"/>
                </a:cubicBezTo>
                <a:cubicBezTo>
                  <a:pt x="500878" y="5243097"/>
                  <a:pt x="358980" y="5143500"/>
                  <a:pt x="247270" y="4994104"/>
                </a:cubicBezTo>
                <a:cubicBezTo>
                  <a:pt x="377094" y="5011889"/>
                  <a:pt x="479744" y="5111487"/>
                  <a:pt x="615606" y="5154171"/>
                </a:cubicBezTo>
                <a:cubicBezTo>
                  <a:pt x="506917" y="4990547"/>
                  <a:pt x="365016" y="4905177"/>
                  <a:pt x="235194" y="4805580"/>
                </a:cubicBezTo>
                <a:cubicBezTo>
                  <a:pt x="174810" y="4759339"/>
                  <a:pt x="120468" y="4702425"/>
                  <a:pt x="51026" y="4677526"/>
                </a:cubicBezTo>
                <a:cubicBezTo>
                  <a:pt x="26873" y="4670412"/>
                  <a:pt x="-15396" y="4652628"/>
                  <a:pt x="5740" y="4602828"/>
                </a:cubicBezTo>
                <a:cubicBezTo>
                  <a:pt x="23854" y="4560144"/>
                  <a:pt x="57065" y="4574373"/>
                  <a:pt x="87257" y="4585042"/>
                </a:cubicBezTo>
                <a:cubicBezTo>
                  <a:pt x="159715" y="4613499"/>
                  <a:pt x="238213" y="4613499"/>
                  <a:pt x="337844" y="4613499"/>
                </a:cubicBezTo>
                <a:cubicBezTo>
                  <a:pt x="253310" y="4478331"/>
                  <a:pt x="99332" y="4521016"/>
                  <a:pt x="26873" y="4378734"/>
                </a:cubicBezTo>
                <a:cubicBezTo>
                  <a:pt x="117448" y="4353835"/>
                  <a:pt x="186888" y="4403633"/>
                  <a:pt x="259346" y="4414305"/>
                </a:cubicBezTo>
                <a:cubicBezTo>
                  <a:pt x="325769" y="4424975"/>
                  <a:pt x="340863" y="4400076"/>
                  <a:pt x="325769" y="4321821"/>
                </a:cubicBezTo>
                <a:cubicBezTo>
                  <a:pt x="301616" y="4200882"/>
                  <a:pt x="337844" y="4140411"/>
                  <a:pt x="434458" y="4172424"/>
                </a:cubicBezTo>
                <a:cubicBezTo>
                  <a:pt x="525031" y="4204438"/>
                  <a:pt x="534089" y="4158196"/>
                  <a:pt x="509936" y="4090612"/>
                </a:cubicBezTo>
                <a:cubicBezTo>
                  <a:pt x="473706" y="3991015"/>
                  <a:pt x="512954" y="3912759"/>
                  <a:pt x="540128" y="3827390"/>
                </a:cubicBezTo>
                <a:cubicBezTo>
                  <a:pt x="582395" y="3699337"/>
                  <a:pt x="564281" y="3635309"/>
                  <a:pt x="476725" y="3539269"/>
                </a:cubicBezTo>
                <a:cubicBezTo>
                  <a:pt x="425400" y="3485914"/>
                  <a:pt x="374074" y="3439672"/>
                  <a:pt x="301616" y="3393429"/>
                </a:cubicBezTo>
                <a:cubicBezTo>
                  <a:pt x="467668" y="3368530"/>
                  <a:pt x="295577" y="3283162"/>
                  <a:pt x="352940" y="3229805"/>
                </a:cubicBezTo>
                <a:cubicBezTo>
                  <a:pt x="470686" y="3208463"/>
                  <a:pt x="564281" y="3379202"/>
                  <a:pt x="724294" y="3329402"/>
                </a:cubicBezTo>
                <a:cubicBezTo>
                  <a:pt x="531070" y="3183563"/>
                  <a:pt x="313691" y="3137322"/>
                  <a:pt x="171792" y="2941684"/>
                </a:cubicBezTo>
                <a:cubicBezTo>
                  <a:pt x="205002" y="2899000"/>
                  <a:pt x="238213" y="2941684"/>
                  <a:pt x="265385" y="2923898"/>
                </a:cubicBezTo>
                <a:cubicBezTo>
                  <a:pt x="265385" y="2913227"/>
                  <a:pt x="582395" y="2980812"/>
                  <a:pt x="600510" y="2703362"/>
                </a:cubicBezTo>
                <a:cubicBezTo>
                  <a:pt x="606548" y="2703362"/>
                  <a:pt x="612587" y="2703362"/>
                  <a:pt x="618624" y="2692689"/>
                </a:cubicBezTo>
                <a:cubicBezTo>
                  <a:pt x="651834" y="2653563"/>
                  <a:pt x="621644" y="2561080"/>
                  <a:pt x="675988" y="2553965"/>
                </a:cubicBezTo>
                <a:cubicBezTo>
                  <a:pt x="736372" y="2546851"/>
                  <a:pt x="793735" y="2514837"/>
                  <a:pt x="857136" y="2532623"/>
                </a:cubicBezTo>
                <a:cubicBezTo>
                  <a:pt x="905443" y="2546851"/>
                  <a:pt x="956768" y="2564636"/>
                  <a:pt x="1008094" y="2564636"/>
                </a:cubicBezTo>
                <a:cubicBezTo>
                  <a:pt x="1062438" y="2564636"/>
                  <a:pt x="1137916" y="2685576"/>
                  <a:pt x="1171128" y="2525509"/>
                </a:cubicBezTo>
                <a:cubicBezTo>
                  <a:pt x="1171128" y="2518395"/>
                  <a:pt x="1264720" y="2536181"/>
                  <a:pt x="1316045" y="2543294"/>
                </a:cubicBezTo>
                <a:cubicBezTo>
                  <a:pt x="1358314" y="2550408"/>
                  <a:pt x="1409640" y="2582422"/>
                  <a:pt x="1439830" y="2518395"/>
                </a:cubicBezTo>
                <a:cubicBezTo>
                  <a:pt x="1454926" y="2479267"/>
                  <a:pt x="1382466" y="2408126"/>
                  <a:pt x="1319065" y="2401012"/>
                </a:cubicBezTo>
                <a:cubicBezTo>
                  <a:pt x="1261702" y="2393898"/>
                  <a:pt x="1204338" y="2386784"/>
                  <a:pt x="1149994" y="2401012"/>
                </a:cubicBezTo>
                <a:cubicBezTo>
                  <a:pt x="1083572" y="2418796"/>
                  <a:pt x="1047342" y="2390340"/>
                  <a:pt x="1029227" y="2326314"/>
                </a:cubicBezTo>
                <a:cubicBezTo>
                  <a:pt x="1008094" y="2258731"/>
                  <a:pt x="968844" y="2223159"/>
                  <a:pt x="914500" y="2191146"/>
                </a:cubicBezTo>
                <a:cubicBezTo>
                  <a:pt x="781658" y="2112891"/>
                  <a:pt x="654854" y="2020407"/>
                  <a:pt x="509936" y="1974165"/>
                </a:cubicBezTo>
                <a:cubicBezTo>
                  <a:pt x="482764" y="1967051"/>
                  <a:pt x="449553" y="1952823"/>
                  <a:pt x="437476" y="1892353"/>
                </a:cubicBezTo>
                <a:cubicBezTo>
                  <a:pt x="829964" y="1984836"/>
                  <a:pt x="1186222" y="2223159"/>
                  <a:pt x="1590788" y="2208931"/>
                </a:cubicBezTo>
                <a:cubicBezTo>
                  <a:pt x="1482098" y="2134233"/>
                  <a:pt x="1352276" y="2130676"/>
                  <a:pt x="1234528" y="2077320"/>
                </a:cubicBezTo>
                <a:cubicBezTo>
                  <a:pt x="1319065" y="2038192"/>
                  <a:pt x="1397562" y="2080877"/>
                  <a:pt x="1476060" y="2102219"/>
                </a:cubicBezTo>
                <a:cubicBezTo>
                  <a:pt x="1542482" y="2120004"/>
                  <a:pt x="1602864" y="2123562"/>
                  <a:pt x="1608902" y="2013292"/>
                </a:cubicBezTo>
                <a:cubicBezTo>
                  <a:pt x="1608902" y="2002622"/>
                  <a:pt x="1608902" y="1995507"/>
                  <a:pt x="1608902" y="1984836"/>
                </a:cubicBezTo>
                <a:cubicBezTo>
                  <a:pt x="1584749" y="1938595"/>
                  <a:pt x="1551538" y="1917252"/>
                  <a:pt x="1509271" y="1903025"/>
                </a:cubicBezTo>
                <a:cubicBezTo>
                  <a:pt x="1485118" y="1895910"/>
                  <a:pt x="1451907" y="1881683"/>
                  <a:pt x="1451907" y="1849668"/>
                </a:cubicBezTo>
                <a:cubicBezTo>
                  <a:pt x="1454926" y="1728729"/>
                  <a:pt x="1373409" y="1693158"/>
                  <a:pt x="1294912" y="1657587"/>
                </a:cubicBezTo>
                <a:cubicBezTo>
                  <a:pt x="1337180" y="1597117"/>
                  <a:pt x="1373409" y="1639802"/>
                  <a:pt x="1406620" y="1636245"/>
                </a:cubicBezTo>
                <a:cubicBezTo>
                  <a:pt x="1427754" y="1632688"/>
                  <a:pt x="1448887" y="1629132"/>
                  <a:pt x="1448887" y="1597117"/>
                </a:cubicBezTo>
                <a:cubicBezTo>
                  <a:pt x="1448887" y="1572219"/>
                  <a:pt x="1439830" y="1540204"/>
                  <a:pt x="1418696" y="1540204"/>
                </a:cubicBezTo>
                <a:cubicBezTo>
                  <a:pt x="1285854" y="1536647"/>
                  <a:pt x="1210375" y="1365909"/>
                  <a:pt x="1071494" y="1365909"/>
                </a:cubicBezTo>
                <a:cubicBezTo>
                  <a:pt x="986960" y="1365909"/>
                  <a:pt x="1113764" y="1269868"/>
                  <a:pt x="1044324" y="1230741"/>
                </a:cubicBezTo>
                <a:cubicBezTo>
                  <a:pt x="1029227" y="1220069"/>
                  <a:pt x="1086591" y="1205842"/>
                  <a:pt x="1110744" y="1209399"/>
                </a:cubicBezTo>
                <a:cubicBezTo>
                  <a:pt x="1134897" y="1212955"/>
                  <a:pt x="1156032" y="1237855"/>
                  <a:pt x="1186222" y="1220069"/>
                </a:cubicBezTo>
                <a:cubicBezTo>
                  <a:pt x="1201318" y="1156043"/>
                  <a:pt x="1162069" y="1131144"/>
                  <a:pt x="1125840" y="1113358"/>
                </a:cubicBezTo>
                <a:cubicBezTo>
                  <a:pt x="1047342" y="1070674"/>
                  <a:pt x="968844" y="1020875"/>
                  <a:pt x="881290" y="1006647"/>
                </a:cubicBezTo>
                <a:cubicBezTo>
                  <a:pt x="851099" y="1003089"/>
                  <a:pt x="832982" y="985305"/>
                  <a:pt x="836002" y="949734"/>
                </a:cubicBezTo>
                <a:cubicBezTo>
                  <a:pt x="842040" y="903491"/>
                  <a:pt x="872232" y="917720"/>
                  <a:pt x="896385" y="921277"/>
                </a:cubicBezTo>
                <a:cubicBezTo>
                  <a:pt x="911482" y="924835"/>
                  <a:pt x="926577" y="935506"/>
                  <a:pt x="941672" y="910606"/>
                </a:cubicBezTo>
                <a:cubicBezTo>
                  <a:pt x="588434" y="658055"/>
                  <a:pt x="401247" y="672284"/>
                  <a:pt x="5740" y="465975"/>
                </a:cubicBezTo>
                <a:cubicBezTo>
                  <a:pt x="93294" y="426847"/>
                  <a:pt x="156696" y="455303"/>
                  <a:pt x="217079" y="462417"/>
                </a:cubicBezTo>
                <a:cubicBezTo>
                  <a:pt x="368036" y="480203"/>
                  <a:pt x="274442" y="512216"/>
                  <a:pt x="425400" y="533558"/>
                </a:cubicBezTo>
                <a:cubicBezTo>
                  <a:pt x="497860" y="544229"/>
                  <a:pt x="564281" y="579800"/>
                  <a:pt x="645798" y="522887"/>
                </a:cubicBezTo>
                <a:cubicBezTo>
                  <a:pt x="700142" y="483759"/>
                  <a:pt x="787696" y="526444"/>
                  <a:pt x="854118" y="558458"/>
                </a:cubicBezTo>
                <a:cubicBezTo>
                  <a:pt x="908462" y="586915"/>
                  <a:pt x="962806" y="594028"/>
                  <a:pt x="1035266" y="558458"/>
                </a:cubicBezTo>
                <a:cubicBezTo>
                  <a:pt x="968844" y="537116"/>
                  <a:pt x="917520" y="519330"/>
                  <a:pt x="866193" y="505101"/>
                </a:cubicBezTo>
                <a:cubicBezTo>
                  <a:pt x="823926" y="494431"/>
                  <a:pt x="799772" y="469532"/>
                  <a:pt x="802792" y="416176"/>
                </a:cubicBezTo>
                <a:cubicBezTo>
                  <a:pt x="802792" y="387720"/>
                  <a:pt x="793735" y="348592"/>
                  <a:pt x="823926" y="334364"/>
                </a:cubicBezTo>
                <a:cubicBezTo>
                  <a:pt x="848079" y="320135"/>
                  <a:pt x="881290" y="334364"/>
                  <a:pt x="893366" y="359262"/>
                </a:cubicBezTo>
                <a:cubicBezTo>
                  <a:pt x="908462" y="405504"/>
                  <a:pt x="923557" y="448189"/>
                  <a:pt x="974883" y="451747"/>
                </a:cubicBezTo>
                <a:cubicBezTo>
                  <a:pt x="1044324" y="458860"/>
                  <a:pt x="1005074" y="430405"/>
                  <a:pt x="992998" y="394834"/>
                </a:cubicBezTo>
                <a:cubicBezTo>
                  <a:pt x="980921" y="355706"/>
                  <a:pt x="1017152" y="345034"/>
                  <a:pt x="1041304" y="352148"/>
                </a:cubicBezTo>
                <a:cubicBezTo>
                  <a:pt x="1131878" y="384162"/>
                  <a:pt x="1225472" y="327250"/>
                  <a:pt x="1319065" y="373491"/>
                </a:cubicBezTo>
                <a:cubicBezTo>
                  <a:pt x="1294912" y="259665"/>
                  <a:pt x="1243586" y="209867"/>
                  <a:pt x="1134897" y="192082"/>
                </a:cubicBezTo>
                <a:cubicBezTo>
                  <a:pt x="1095648" y="188525"/>
                  <a:pt x="1053380" y="195638"/>
                  <a:pt x="1017152" y="163625"/>
                </a:cubicBezTo>
                <a:cubicBezTo>
                  <a:pt x="996016" y="145839"/>
                  <a:pt x="974883" y="124497"/>
                  <a:pt x="989979" y="88927"/>
                </a:cubicBezTo>
                <a:cubicBezTo>
                  <a:pt x="999036" y="64027"/>
                  <a:pt x="1023188" y="64027"/>
                  <a:pt x="1044324" y="71141"/>
                </a:cubicBezTo>
                <a:cubicBezTo>
                  <a:pt x="1131878" y="110269"/>
                  <a:pt x="1225472" y="120941"/>
                  <a:pt x="1316045" y="135168"/>
                </a:cubicBezTo>
                <a:cubicBezTo>
                  <a:pt x="1331142" y="138725"/>
                  <a:pt x="1346237" y="145839"/>
                  <a:pt x="1361334" y="110269"/>
                </a:cubicBezTo>
                <a:cubicBezTo>
                  <a:pt x="1255664" y="78255"/>
                  <a:pt x="1153012" y="35571"/>
                  <a:pt x="104734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81238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1459805-A28E-FD99-7F68-BC3F8CE5C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4" y="122465"/>
            <a:ext cx="7935693" cy="595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40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C66DE1-BD3B-6C65-2752-6654A416F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0"/>
            <a:ext cx="12192000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249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CA9D30-C439-9A6E-4353-B3980D9A1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239" y="643466"/>
            <a:ext cx="974616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344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D9FC6AC-4A12-4825-8ABE-0732B8EF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033EE7-A7BC-E3F3-EEB9-57C56671A7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1"/>
          <a:stretch/>
        </p:blipFill>
        <p:spPr>
          <a:xfrm>
            <a:off x="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54872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A815F2C-4E80-4019-8E59-FAD3F7F84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009304" cy="6858000"/>
          </a:xfrm>
          <a:custGeom>
            <a:avLst/>
            <a:gdLst>
              <a:gd name="connsiteX0" fmla="*/ 8239723 w 12009304"/>
              <a:gd name="connsiteY0" fmla="*/ 5083103 h 6858000"/>
              <a:gd name="connsiteX1" fmla="*/ 9505105 w 12009304"/>
              <a:gd name="connsiteY1" fmla="*/ 5083103 h 6858000"/>
              <a:gd name="connsiteX2" fmla="*/ 9564676 w 12009304"/>
              <a:gd name="connsiteY2" fmla="*/ 5091016 h 6858000"/>
              <a:gd name="connsiteX3" fmla="*/ 9605648 w 12009304"/>
              <a:gd name="connsiteY3" fmla="*/ 5108194 h 6858000"/>
              <a:gd name="connsiteX4" fmla="*/ 9580608 w 12009304"/>
              <a:gd name="connsiteY4" fmla="*/ 5151499 h 6858000"/>
              <a:gd name="connsiteX5" fmla="*/ 8693486 w 12009304"/>
              <a:gd name="connsiteY5" fmla="*/ 6685800 h 6858000"/>
              <a:gd name="connsiteX6" fmla="*/ 8595419 w 12009304"/>
              <a:gd name="connsiteY6" fmla="*/ 6814017 h 6858000"/>
              <a:gd name="connsiteX7" fmla="*/ 8545620 w 12009304"/>
              <a:gd name="connsiteY7" fmla="*/ 6858000 h 6858000"/>
              <a:gd name="connsiteX8" fmla="*/ 7612173 w 12009304"/>
              <a:gd name="connsiteY8" fmla="*/ 6858000 h 6858000"/>
              <a:gd name="connsiteX9" fmla="*/ 7591825 w 12009304"/>
              <a:gd name="connsiteY9" fmla="*/ 6822959 h 6858000"/>
              <a:gd name="connsiteX10" fmla="*/ 7411622 w 12009304"/>
              <a:gd name="connsiteY10" fmla="*/ 6512633 h 6858000"/>
              <a:gd name="connsiteX11" fmla="*/ 7411622 w 12009304"/>
              <a:gd name="connsiteY11" fmla="*/ 6289354 h 6858000"/>
              <a:gd name="connsiteX12" fmla="*/ 8045680 w 12009304"/>
              <a:gd name="connsiteY12" fmla="*/ 5197465 h 6858000"/>
              <a:gd name="connsiteX13" fmla="*/ 8239723 w 12009304"/>
              <a:gd name="connsiteY13" fmla="*/ 5083103 h 6858000"/>
              <a:gd name="connsiteX14" fmla="*/ 10622296 w 12009304"/>
              <a:gd name="connsiteY14" fmla="*/ 1326563 h 6858000"/>
              <a:gd name="connsiteX15" fmla="*/ 11448522 w 12009304"/>
              <a:gd name="connsiteY15" fmla="*/ 1326563 h 6858000"/>
              <a:gd name="connsiteX16" fmla="*/ 11577006 w 12009304"/>
              <a:gd name="connsiteY16" fmla="*/ 1401233 h 6858000"/>
              <a:gd name="connsiteX17" fmla="*/ 11989228 w 12009304"/>
              <a:gd name="connsiteY17" fmla="*/ 2114179 h 6858000"/>
              <a:gd name="connsiteX18" fmla="*/ 11989228 w 12009304"/>
              <a:gd name="connsiteY18" fmla="*/ 2259969 h 6858000"/>
              <a:gd name="connsiteX19" fmla="*/ 11577006 w 12009304"/>
              <a:gd name="connsiteY19" fmla="*/ 2972914 h 6858000"/>
              <a:gd name="connsiteX20" fmla="*/ 11448522 w 12009304"/>
              <a:gd name="connsiteY20" fmla="*/ 3047587 h 6858000"/>
              <a:gd name="connsiteX21" fmla="*/ 10622296 w 12009304"/>
              <a:gd name="connsiteY21" fmla="*/ 3047587 h 6858000"/>
              <a:gd name="connsiteX22" fmla="*/ 10495594 w 12009304"/>
              <a:gd name="connsiteY22" fmla="*/ 2972914 h 6858000"/>
              <a:gd name="connsiteX23" fmla="*/ 10081589 w 12009304"/>
              <a:gd name="connsiteY23" fmla="*/ 2259969 h 6858000"/>
              <a:gd name="connsiteX24" fmla="*/ 10081589 w 12009304"/>
              <a:gd name="connsiteY24" fmla="*/ 2114179 h 6858000"/>
              <a:gd name="connsiteX25" fmla="*/ 10495594 w 12009304"/>
              <a:gd name="connsiteY25" fmla="*/ 1401233 h 6858000"/>
              <a:gd name="connsiteX26" fmla="*/ 10622296 w 12009304"/>
              <a:gd name="connsiteY26" fmla="*/ 1326563 h 6858000"/>
              <a:gd name="connsiteX27" fmla="*/ 0 w 12009304"/>
              <a:gd name="connsiteY27" fmla="*/ 0 h 6858000"/>
              <a:gd name="connsiteX28" fmla="*/ 4457990 w 12009304"/>
              <a:gd name="connsiteY28" fmla="*/ 0 h 6858000"/>
              <a:gd name="connsiteX29" fmla="*/ 5902610 w 12009304"/>
              <a:gd name="connsiteY29" fmla="*/ 0 h 6858000"/>
              <a:gd name="connsiteX30" fmla="*/ 8476869 w 12009304"/>
              <a:gd name="connsiteY30" fmla="*/ 0 h 6858000"/>
              <a:gd name="connsiteX31" fmla="*/ 8535933 w 12009304"/>
              <a:gd name="connsiteY31" fmla="*/ 39849 h 6858000"/>
              <a:gd name="connsiteX32" fmla="*/ 8693486 w 12009304"/>
              <a:gd name="connsiteY32" fmla="*/ 220603 h 6858000"/>
              <a:gd name="connsiteX33" fmla="*/ 10389180 w 12009304"/>
              <a:gd name="connsiteY33" fmla="*/ 3153347 h 6858000"/>
              <a:gd name="connsiteX34" fmla="*/ 10389180 w 12009304"/>
              <a:gd name="connsiteY34" fmla="*/ 3753061 h 6858000"/>
              <a:gd name="connsiteX35" fmla="*/ 9759557 w 12009304"/>
              <a:gd name="connsiteY35" fmla="*/ 4842009 h 6858000"/>
              <a:gd name="connsiteX36" fmla="*/ 9706493 w 12009304"/>
              <a:gd name="connsiteY36" fmla="*/ 4933778 h 6858000"/>
              <a:gd name="connsiteX37" fmla="*/ 9708360 w 12009304"/>
              <a:gd name="connsiteY37" fmla="*/ 4934561 h 6858000"/>
              <a:gd name="connsiteX38" fmla="*/ 9802002 w 12009304"/>
              <a:gd name="connsiteY38" fmla="*/ 5029008 h 6858000"/>
              <a:gd name="connsiteX39" fmla="*/ 10514131 w 12009304"/>
              <a:gd name="connsiteY39" fmla="*/ 6260653 h 6858000"/>
              <a:gd name="connsiteX40" fmla="*/ 10514131 w 12009304"/>
              <a:gd name="connsiteY40" fmla="*/ 6512512 h 6858000"/>
              <a:gd name="connsiteX41" fmla="*/ 10340271 w 12009304"/>
              <a:gd name="connsiteY41" fmla="*/ 6813206 h 6858000"/>
              <a:gd name="connsiteX42" fmla="*/ 10314372 w 12009304"/>
              <a:gd name="connsiteY42" fmla="*/ 6858000 h 6858000"/>
              <a:gd name="connsiteX43" fmla="*/ 10119136 w 12009304"/>
              <a:gd name="connsiteY43" fmla="*/ 6858000 h 6858000"/>
              <a:gd name="connsiteX44" fmla="*/ 10122008 w 12009304"/>
              <a:gd name="connsiteY44" fmla="*/ 6853033 h 6858000"/>
              <a:gd name="connsiteX45" fmla="*/ 10327158 w 12009304"/>
              <a:gd name="connsiteY45" fmla="*/ 6498223 h 6858000"/>
              <a:gd name="connsiteX46" fmla="*/ 10327158 w 12009304"/>
              <a:gd name="connsiteY46" fmla="*/ 6274942 h 6858000"/>
              <a:gd name="connsiteX47" fmla="*/ 9695832 w 12009304"/>
              <a:gd name="connsiteY47" fmla="*/ 5183053 h 6858000"/>
              <a:gd name="connsiteX48" fmla="*/ 9612819 w 12009304"/>
              <a:gd name="connsiteY48" fmla="*/ 5099323 h 6858000"/>
              <a:gd name="connsiteX49" fmla="*/ 9603213 w 12009304"/>
              <a:gd name="connsiteY49" fmla="*/ 5095298 h 6858000"/>
              <a:gd name="connsiteX50" fmla="*/ 9654707 w 12009304"/>
              <a:gd name="connsiteY50" fmla="*/ 5006238 h 6858000"/>
              <a:gd name="connsiteX51" fmla="*/ 9693004 w 12009304"/>
              <a:gd name="connsiteY51" fmla="*/ 4940002 h 6858000"/>
              <a:gd name="connsiteX52" fmla="*/ 9653283 w 12009304"/>
              <a:gd name="connsiteY52" fmla="*/ 4923348 h 6858000"/>
              <a:gd name="connsiteX53" fmla="*/ 9586087 w 12009304"/>
              <a:gd name="connsiteY53" fmla="*/ 4914420 h 6858000"/>
              <a:gd name="connsiteX54" fmla="*/ 8158743 w 12009304"/>
              <a:gd name="connsiteY54" fmla="*/ 4914420 h 6858000"/>
              <a:gd name="connsiteX55" fmla="*/ 7939863 w 12009304"/>
              <a:gd name="connsiteY55" fmla="*/ 5043420 h 6858000"/>
              <a:gd name="connsiteX56" fmla="*/ 7224650 w 12009304"/>
              <a:gd name="connsiteY56" fmla="*/ 6275065 h 6858000"/>
              <a:gd name="connsiteX57" fmla="*/ 7224650 w 12009304"/>
              <a:gd name="connsiteY57" fmla="*/ 6526922 h 6858000"/>
              <a:gd name="connsiteX58" fmla="*/ 7350544 w 12009304"/>
              <a:gd name="connsiteY58" fmla="*/ 6743723 h 6858000"/>
              <a:gd name="connsiteX59" fmla="*/ 7416905 w 12009304"/>
              <a:gd name="connsiteY59" fmla="*/ 6858000 h 6858000"/>
              <a:gd name="connsiteX60" fmla="*/ 5902610 w 12009304"/>
              <a:gd name="connsiteY60" fmla="*/ 6858000 h 6858000"/>
              <a:gd name="connsiteX61" fmla="*/ 4389357 w 12009304"/>
              <a:gd name="connsiteY61" fmla="*/ 6858000 h 6858000"/>
              <a:gd name="connsiteX62" fmla="*/ 0 w 12009304"/>
              <a:gd name="connsiteY6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2009304" h="6858000">
                <a:moveTo>
                  <a:pt x="8239723" y="5083103"/>
                </a:moveTo>
                <a:cubicBezTo>
                  <a:pt x="8239723" y="5083103"/>
                  <a:pt x="8239723" y="5083103"/>
                  <a:pt x="9505105" y="5083103"/>
                </a:cubicBezTo>
                <a:cubicBezTo>
                  <a:pt x="9525601" y="5083103"/>
                  <a:pt x="9545588" y="5085825"/>
                  <a:pt x="9564676" y="5091016"/>
                </a:cubicBezTo>
                <a:lnTo>
                  <a:pt x="9605648" y="5108194"/>
                </a:lnTo>
                <a:lnTo>
                  <a:pt x="9580608" y="5151499"/>
                </a:lnTo>
                <a:cubicBezTo>
                  <a:pt x="9354208" y="5543062"/>
                  <a:pt x="9064418" y="6044264"/>
                  <a:pt x="8693486" y="6685800"/>
                </a:cubicBezTo>
                <a:cubicBezTo>
                  <a:pt x="8665958" y="6733339"/>
                  <a:pt x="8632925" y="6776306"/>
                  <a:pt x="8595419" y="6814017"/>
                </a:cubicBezTo>
                <a:lnTo>
                  <a:pt x="8545620" y="6858000"/>
                </a:lnTo>
                <a:lnTo>
                  <a:pt x="7612173" y="6858000"/>
                </a:lnTo>
                <a:lnTo>
                  <a:pt x="7591825" y="6822959"/>
                </a:lnTo>
                <a:cubicBezTo>
                  <a:pt x="7538315" y="6730809"/>
                  <a:pt x="7478495" y="6627794"/>
                  <a:pt x="7411622" y="6512633"/>
                </a:cubicBezTo>
                <a:cubicBezTo>
                  <a:pt x="7370628" y="6444560"/>
                  <a:pt x="7370628" y="6357427"/>
                  <a:pt x="7411622" y="6289354"/>
                </a:cubicBezTo>
                <a:cubicBezTo>
                  <a:pt x="7411622" y="6289354"/>
                  <a:pt x="7411622" y="6289354"/>
                  <a:pt x="8045680" y="5197465"/>
                </a:cubicBezTo>
                <a:cubicBezTo>
                  <a:pt x="8083943" y="5126669"/>
                  <a:pt x="8160465" y="5083103"/>
                  <a:pt x="8239723" y="5083103"/>
                </a:cubicBezTo>
                <a:close/>
                <a:moveTo>
                  <a:pt x="10622296" y="1326563"/>
                </a:moveTo>
                <a:cubicBezTo>
                  <a:pt x="10622296" y="1326563"/>
                  <a:pt x="10622296" y="1326563"/>
                  <a:pt x="11448522" y="1326563"/>
                </a:cubicBezTo>
                <a:cubicBezTo>
                  <a:pt x="11502058" y="1326563"/>
                  <a:pt x="11550238" y="1355009"/>
                  <a:pt x="11577006" y="1401233"/>
                </a:cubicBezTo>
                <a:cubicBezTo>
                  <a:pt x="11577006" y="1401233"/>
                  <a:pt x="11577006" y="1401233"/>
                  <a:pt x="11989228" y="2114179"/>
                </a:cubicBezTo>
                <a:cubicBezTo>
                  <a:pt x="12015996" y="2158629"/>
                  <a:pt x="12015996" y="2215522"/>
                  <a:pt x="11989228" y="2259969"/>
                </a:cubicBezTo>
                <a:cubicBezTo>
                  <a:pt x="11989228" y="2259969"/>
                  <a:pt x="11989228" y="2259969"/>
                  <a:pt x="11577006" y="2972914"/>
                </a:cubicBezTo>
                <a:cubicBezTo>
                  <a:pt x="11550238" y="3019141"/>
                  <a:pt x="11502058" y="3047587"/>
                  <a:pt x="11448522" y="3047587"/>
                </a:cubicBezTo>
                <a:cubicBezTo>
                  <a:pt x="11448522" y="3047587"/>
                  <a:pt x="11448522" y="3047587"/>
                  <a:pt x="10622296" y="3047587"/>
                </a:cubicBezTo>
                <a:cubicBezTo>
                  <a:pt x="10570544" y="3047587"/>
                  <a:pt x="10520578" y="3019141"/>
                  <a:pt x="10495594" y="2972914"/>
                </a:cubicBezTo>
                <a:cubicBezTo>
                  <a:pt x="10495594" y="2972914"/>
                  <a:pt x="10495594" y="2972914"/>
                  <a:pt x="10081589" y="2259969"/>
                </a:cubicBezTo>
                <a:cubicBezTo>
                  <a:pt x="10054821" y="2215522"/>
                  <a:pt x="10054821" y="2158629"/>
                  <a:pt x="10081589" y="2114179"/>
                </a:cubicBezTo>
                <a:cubicBezTo>
                  <a:pt x="10081589" y="2114179"/>
                  <a:pt x="10081589" y="2114179"/>
                  <a:pt x="10495594" y="1401233"/>
                </a:cubicBezTo>
                <a:cubicBezTo>
                  <a:pt x="10520578" y="1355009"/>
                  <a:pt x="10570544" y="1326563"/>
                  <a:pt x="10622296" y="1326563"/>
                </a:cubicBezTo>
                <a:close/>
                <a:moveTo>
                  <a:pt x="0" y="0"/>
                </a:moveTo>
                <a:lnTo>
                  <a:pt x="4457990" y="0"/>
                </a:lnTo>
                <a:lnTo>
                  <a:pt x="5902610" y="0"/>
                </a:lnTo>
                <a:lnTo>
                  <a:pt x="8476869" y="0"/>
                </a:lnTo>
                <a:lnTo>
                  <a:pt x="8535933" y="39849"/>
                </a:lnTo>
                <a:cubicBezTo>
                  <a:pt x="8598516" y="88273"/>
                  <a:pt x="8652195" y="149296"/>
                  <a:pt x="8693486" y="220603"/>
                </a:cubicBezTo>
                <a:cubicBezTo>
                  <a:pt x="8693486" y="220603"/>
                  <a:pt x="8693486" y="220603"/>
                  <a:pt x="10389180" y="3153347"/>
                </a:cubicBezTo>
                <a:cubicBezTo>
                  <a:pt x="10499291" y="3336185"/>
                  <a:pt x="10499291" y="3570221"/>
                  <a:pt x="10389180" y="3753061"/>
                </a:cubicBezTo>
                <a:cubicBezTo>
                  <a:pt x="10389180" y="3753061"/>
                  <a:pt x="10389180" y="3753061"/>
                  <a:pt x="9759557" y="4842009"/>
                </a:cubicBezTo>
                <a:lnTo>
                  <a:pt x="9706493" y="4933778"/>
                </a:lnTo>
                <a:lnTo>
                  <a:pt x="9708360" y="4934561"/>
                </a:lnTo>
                <a:cubicBezTo>
                  <a:pt x="9746510" y="4956830"/>
                  <a:pt x="9778880" y="4989078"/>
                  <a:pt x="9802002" y="5029008"/>
                </a:cubicBezTo>
                <a:cubicBezTo>
                  <a:pt x="9802002" y="5029008"/>
                  <a:pt x="9802002" y="5029008"/>
                  <a:pt x="10514131" y="6260653"/>
                </a:cubicBezTo>
                <a:cubicBezTo>
                  <a:pt x="10560376" y="6337439"/>
                  <a:pt x="10560376" y="6435725"/>
                  <a:pt x="10514131" y="6512512"/>
                </a:cubicBezTo>
                <a:cubicBezTo>
                  <a:pt x="10514131" y="6512512"/>
                  <a:pt x="10514131" y="6512512"/>
                  <a:pt x="10340271" y="6813206"/>
                </a:cubicBezTo>
                <a:lnTo>
                  <a:pt x="10314372" y="6858000"/>
                </a:lnTo>
                <a:lnTo>
                  <a:pt x="10119136" y="6858000"/>
                </a:lnTo>
                <a:lnTo>
                  <a:pt x="10122008" y="6853033"/>
                </a:lnTo>
                <a:cubicBezTo>
                  <a:pt x="10327158" y="6498223"/>
                  <a:pt x="10327158" y="6498223"/>
                  <a:pt x="10327158" y="6498223"/>
                </a:cubicBezTo>
                <a:cubicBezTo>
                  <a:pt x="10368154" y="6430148"/>
                  <a:pt x="10368154" y="6343015"/>
                  <a:pt x="10327158" y="6274942"/>
                </a:cubicBezTo>
                <a:cubicBezTo>
                  <a:pt x="9695832" y="5183053"/>
                  <a:pt x="9695832" y="5183053"/>
                  <a:pt x="9695832" y="5183053"/>
                </a:cubicBezTo>
                <a:cubicBezTo>
                  <a:pt x="9675334" y="5147654"/>
                  <a:pt x="9646640" y="5119063"/>
                  <a:pt x="9612819" y="5099323"/>
                </a:cubicBezTo>
                <a:lnTo>
                  <a:pt x="9603213" y="5095298"/>
                </a:lnTo>
                <a:lnTo>
                  <a:pt x="9654707" y="5006238"/>
                </a:lnTo>
                <a:lnTo>
                  <a:pt x="9693004" y="4940002"/>
                </a:lnTo>
                <a:lnTo>
                  <a:pt x="9653283" y="4923348"/>
                </a:lnTo>
                <a:cubicBezTo>
                  <a:pt x="9631750" y="4917491"/>
                  <a:pt x="9609208" y="4914420"/>
                  <a:pt x="9586087" y="4914420"/>
                </a:cubicBezTo>
                <a:cubicBezTo>
                  <a:pt x="8158743" y="4914420"/>
                  <a:pt x="8158743" y="4914420"/>
                  <a:pt x="8158743" y="4914420"/>
                </a:cubicBezTo>
                <a:cubicBezTo>
                  <a:pt x="8069341" y="4914420"/>
                  <a:pt x="7983024" y="4963563"/>
                  <a:pt x="7939863" y="5043420"/>
                </a:cubicBezTo>
                <a:cubicBezTo>
                  <a:pt x="7224650" y="6275065"/>
                  <a:pt x="7224650" y="6275065"/>
                  <a:pt x="7224650" y="6275065"/>
                </a:cubicBezTo>
                <a:cubicBezTo>
                  <a:pt x="7178407" y="6351849"/>
                  <a:pt x="7178407" y="6450135"/>
                  <a:pt x="7224650" y="6526922"/>
                </a:cubicBezTo>
                <a:cubicBezTo>
                  <a:pt x="7269350" y="6603900"/>
                  <a:pt x="7311257" y="6676067"/>
                  <a:pt x="7350544" y="6743723"/>
                </a:cubicBezTo>
                <a:lnTo>
                  <a:pt x="7416905" y="6858000"/>
                </a:lnTo>
                <a:lnTo>
                  <a:pt x="5902610" y="6858000"/>
                </a:lnTo>
                <a:lnTo>
                  <a:pt x="438935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120A4F-DCE0-2388-C680-4552EE9F4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73" y="260424"/>
            <a:ext cx="9946888" cy="633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19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15E9C2-F001-0A81-D9AE-871F48D84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912" y="643467"/>
            <a:ext cx="8473439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3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BDAC5B6-20CE-447F-8BA1-F2274AC7A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1D22B31-BF8F-446B-9009-8A251FB17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094406 w 12192000"/>
              <a:gd name="connsiteY0" fmla="*/ 283966 h 6858000"/>
              <a:gd name="connsiteX1" fmla="*/ 3038833 w 12192000"/>
              <a:gd name="connsiteY1" fmla="*/ 309661 h 6858000"/>
              <a:gd name="connsiteX2" fmla="*/ 3348384 w 12192000"/>
              <a:gd name="connsiteY2" fmla="*/ 406000 h 6858000"/>
              <a:gd name="connsiteX3" fmla="*/ 2864309 w 12192000"/>
              <a:gd name="connsiteY3" fmla="*/ 355295 h 6858000"/>
              <a:gd name="connsiteX4" fmla="*/ 2856039 w 12192000"/>
              <a:gd name="connsiteY4" fmla="*/ 388058 h 6858000"/>
              <a:gd name="connsiteX5" fmla="*/ 3405794 w 12192000"/>
              <a:gd name="connsiteY5" fmla="*/ 512089 h 6858000"/>
              <a:gd name="connsiteX6" fmla="*/ 3356651 w 12192000"/>
              <a:gd name="connsiteY6" fmla="*/ 531204 h 6858000"/>
              <a:gd name="connsiteX7" fmla="*/ 3064552 w 12192000"/>
              <a:gd name="connsiteY7" fmla="*/ 483228 h 6858000"/>
              <a:gd name="connsiteX8" fmla="*/ 3005765 w 12192000"/>
              <a:gd name="connsiteY8" fmla="*/ 495708 h 6858000"/>
              <a:gd name="connsiteX9" fmla="*/ 3034700 w 12192000"/>
              <a:gd name="connsiteY9" fmla="*/ 553823 h 6858000"/>
              <a:gd name="connsiteX10" fmla="*/ 3161459 w 12192000"/>
              <a:gd name="connsiteY10" fmla="*/ 576445 h 6858000"/>
              <a:gd name="connsiteX11" fmla="*/ 3358949 w 12192000"/>
              <a:gd name="connsiteY11" fmla="*/ 712961 h 6858000"/>
              <a:gd name="connsiteX12" fmla="*/ 3059960 w 12192000"/>
              <a:gd name="connsiteY12" fmla="*/ 696576 h 6858000"/>
              <a:gd name="connsiteX13" fmla="*/ 3007143 w 12192000"/>
              <a:gd name="connsiteY13" fmla="*/ 729732 h 6858000"/>
              <a:gd name="connsiteX14" fmla="*/ 2986935 w 12192000"/>
              <a:gd name="connsiteY14" fmla="*/ 772635 h 6858000"/>
              <a:gd name="connsiteX15" fmla="*/ 2871197 w 12192000"/>
              <a:gd name="connsiteY15" fmla="*/ 808127 h 6858000"/>
              <a:gd name="connsiteX16" fmla="*/ 3053071 w 12192000"/>
              <a:gd name="connsiteY16" fmla="*/ 847913 h 6858000"/>
              <a:gd name="connsiteX17" fmla="*/ 2858796 w 12192000"/>
              <a:gd name="connsiteY17" fmla="*/ 847913 h 6858000"/>
              <a:gd name="connsiteX18" fmla="*/ 2635588 w 12192000"/>
              <a:gd name="connsiteY18" fmla="*/ 820611 h 6858000"/>
              <a:gd name="connsiteX19" fmla="*/ 2397683 w 12192000"/>
              <a:gd name="connsiteY19" fmla="*/ 829190 h 6858000"/>
              <a:gd name="connsiteX20" fmla="*/ 1921874 w 12192000"/>
              <a:gd name="connsiteY20" fmla="*/ 778877 h 6858000"/>
              <a:gd name="connsiteX21" fmla="*/ 1695450 w 12192000"/>
              <a:gd name="connsiteY21" fmla="*/ 782386 h 6858000"/>
              <a:gd name="connsiteX22" fmla="*/ 2954324 w 12192000"/>
              <a:gd name="connsiteY22" fmla="*/ 1120940 h 6858000"/>
              <a:gd name="connsiteX23" fmla="*/ 2890028 w 12192000"/>
              <a:gd name="connsiteY23" fmla="*/ 1195435 h 6858000"/>
              <a:gd name="connsiteX24" fmla="*/ 3153652 w 12192000"/>
              <a:gd name="connsiteY24" fmla="*/ 1276563 h 6858000"/>
              <a:gd name="connsiteX25" fmla="*/ 3218410 w 12192000"/>
              <a:gd name="connsiteY25" fmla="*/ 1356911 h 6858000"/>
              <a:gd name="connsiteX26" fmla="*/ 3137118 w 12192000"/>
              <a:gd name="connsiteY26" fmla="*/ 1349891 h 6858000"/>
              <a:gd name="connsiteX27" fmla="*/ 3067309 w 12192000"/>
              <a:gd name="connsiteY27" fmla="*/ 1365102 h 6858000"/>
              <a:gd name="connsiteX28" fmla="*/ 3096243 w 12192000"/>
              <a:gd name="connsiteY28" fmla="*/ 1467292 h 6858000"/>
              <a:gd name="connsiteX29" fmla="*/ 3468716 w 12192000"/>
              <a:gd name="connsiteY29" fmla="*/ 1599125 h 6858000"/>
              <a:gd name="connsiteX30" fmla="*/ 3502241 w 12192000"/>
              <a:gd name="connsiteY30" fmla="*/ 1642029 h 6858000"/>
              <a:gd name="connsiteX31" fmla="*/ 3457692 w 12192000"/>
              <a:gd name="connsiteY31" fmla="*/ 1672453 h 6858000"/>
              <a:gd name="connsiteX32" fmla="*/ 3337362 w 12192000"/>
              <a:gd name="connsiteY32" fmla="*/ 1688053 h 6858000"/>
              <a:gd name="connsiteX33" fmla="*/ 3505915 w 12192000"/>
              <a:gd name="connsiteY33" fmla="*/ 1834318 h 6858000"/>
              <a:gd name="connsiteX34" fmla="*/ 3567458 w 12192000"/>
              <a:gd name="connsiteY34" fmla="*/ 1874880 h 6858000"/>
              <a:gd name="connsiteX35" fmla="*/ 3672634 w 12192000"/>
              <a:gd name="connsiteY35" fmla="*/ 1937678 h 6858000"/>
              <a:gd name="connsiteX36" fmla="*/ 3674470 w 12192000"/>
              <a:gd name="connsiteY36" fmla="*/ 1956789 h 6858000"/>
              <a:gd name="connsiteX37" fmla="*/ 3531176 w 12192000"/>
              <a:gd name="connsiteY37" fmla="*/ 2024266 h 6858000"/>
              <a:gd name="connsiteX38" fmla="*/ 3272604 w 12192000"/>
              <a:gd name="connsiteY38" fmla="*/ 2005933 h 6858000"/>
              <a:gd name="connsiteX39" fmla="*/ 3654720 w 12192000"/>
              <a:gd name="connsiteY39" fmla="*/ 2106564 h 6858000"/>
              <a:gd name="connsiteX40" fmla="*/ 2417892 w 12192000"/>
              <a:gd name="connsiteY40" fmla="*/ 1866690 h 6858000"/>
              <a:gd name="connsiteX41" fmla="*/ 2496888 w 12192000"/>
              <a:gd name="connsiteY41" fmla="*/ 1929487 h 6858000"/>
              <a:gd name="connsiteX42" fmla="*/ 2929526 w 12192000"/>
              <a:gd name="connsiteY42" fmla="*/ 2094862 h 6858000"/>
              <a:gd name="connsiteX43" fmla="*/ 3052152 w 12192000"/>
              <a:gd name="connsiteY43" fmla="*/ 2198613 h 6858000"/>
              <a:gd name="connsiteX44" fmla="*/ 3180748 w 12192000"/>
              <a:gd name="connsiteY44" fmla="*/ 2255948 h 6858000"/>
              <a:gd name="connsiteX45" fmla="*/ 3361244 w 12192000"/>
              <a:gd name="connsiteY45" fmla="*/ 2254777 h 6858000"/>
              <a:gd name="connsiteX46" fmla="*/ 3489382 w 12192000"/>
              <a:gd name="connsiteY46" fmla="*/ 2342926 h 6858000"/>
              <a:gd name="connsiteX47" fmla="*/ 3355733 w 12192000"/>
              <a:gd name="connsiteY47" fmla="*/ 2361649 h 6858000"/>
              <a:gd name="connsiteX48" fmla="*/ 3199121 w 12192000"/>
              <a:gd name="connsiteY48" fmla="*/ 2347216 h 6858000"/>
              <a:gd name="connsiteX49" fmla="*/ 2861091 w 12192000"/>
              <a:gd name="connsiteY49" fmla="*/ 2351896 h 6858000"/>
              <a:gd name="connsiteX50" fmla="*/ 2667278 w 12192000"/>
              <a:gd name="connsiteY50" fmla="*/ 2369058 h 6858000"/>
              <a:gd name="connsiteX51" fmla="*/ 2221781 w 12192000"/>
              <a:gd name="connsiteY51" fmla="*/ 2339805 h 6858000"/>
              <a:gd name="connsiteX52" fmla="*/ 2247961 w 12192000"/>
              <a:gd name="connsiteY52" fmla="*/ 2414693 h 6858000"/>
              <a:gd name="connsiteX53" fmla="*/ 2231425 w 12192000"/>
              <a:gd name="connsiteY53" fmla="*/ 2479828 h 6858000"/>
              <a:gd name="connsiteX54" fmla="*/ 2224996 w 12192000"/>
              <a:gd name="connsiteY54" fmla="*/ 2621414 h 6858000"/>
              <a:gd name="connsiteX55" fmla="*/ 2229131 w 12192000"/>
              <a:gd name="connsiteY55" fmla="*/ 2644426 h 6858000"/>
              <a:gd name="connsiteX56" fmla="*/ 2129466 w 12192000"/>
              <a:gd name="connsiteY56" fmla="*/ 2659247 h 6858000"/>
              <a:gd name="connsiteX57" fmla="*/ 2723312 w 12192000"/>
              <a:gd name="connsiteY57" fmla="*/ 2953726 h 6858000"/>
              <a:gd name="connsiteX58" fmla="*/ 2326496 w 12192000"/>
              <a:gd name="connsiteY58" fmla="*/ 2878838 h 6858000"/>
              <a:gd name="connsiteX59" fmla="*/ 2272759 w 12192000"/>
              <a:gd name="connsiteY59" fmla="*/ 3002480 h 6858000"/>
              <a:gd name="connsiteX60" fmla="*/ 2459226 w 12192000"/>
              <a:gd name="connsiteY60" fmla="*/ 3112471 h 6858000"/>
              <a:gd name="connsiteX61" fmla="*/ 2528117 w 12192000"/>
              <a:gd name="connsiteY61" fmla="*/ 3330111 h 6858000"/>
              <a:gd name="connsiteX62" fmla="*/ 2494590 w 12192000"/>
              <a:gd name="connsiteY62" fmla="*/ 3529029 h 6858000"/>
              <a:gd name="connsiteX63" fmla="*/ 2414677 w 12192000"/>
              <a:gd name="connsiteY63" fmla="*/ 3592215 h 6858000"/>
              <a:gd name="connsiteX64" fmla="*/ 2298940 w 12192000"/>
              <a:gd name="connsiteY64" fmla="*/ 3705716 h 6858000"/>
              <a:gd name="connsiteX65" fmla="*/ 2227294 w 12192000"/>
              <a:gd name="connsiteY65" fmla="*/ 3775921 h 6858000"/>
              <a:gd name="connsiteX66" fmla="*/ 1978366 w 12192000"/>
              <a:gd name="connsiteY66" fmla="*/ 3748620 h 6858000"/>
              <a:gd name="connsiteX67" fmla="*/ 2310421 w 12192000"/>
              <a:gd name="connsiteY67" fmla="*/ 3926868 h 6858000"/>
              <a:gd name="connsiteX68" fmla="*/ 2041285 w 12192000"/>
              <a:gd name="connsiteY68" fmla="*/ 3904635 h 6858000"/>
              <a:gd name="connsiteX69" fmla="*/ 1953565 w 12192000"/>
              <a:gd name="connsiteY69" fmla="*/ 3917116 h 6858000"/>
              <a:gd name="connsiteX70" fmla="*/ 2003623 w 12192000"/>
              <a:gd name="connsiteY70" fmla="*/ 3974842 h 6858000"/>
              <a:gd name="connsiteX71" fmla="*/ 2201114 w 12192000"/>
              <a:gd name="connsiteY71" fmla="*/ 4072742 h 6858000"/>
              <a:gd name="connsiteX72" fmla="*/ 2608032 w 12192000"/>
              <a:gd name="connsiteY72" fmla="*/ 4337967 h 6858000"/>
              <a:gd name="connsiteX73" fmla="*/ 2213973 w 12192000"/>
              <a:gd name="connsiteY73" fmla="*/ 4216277 h 6858000"/>
              <a:gd name="connsiteX74" fmla="*/ 2629158 w 12192000"/>
              <a:gd name="connsiteY74" fmla="*/ 4488911 h 6858000"/>
              <a:gd name="connsiteX75" fmla="*/ 2721471 w 12192000"/>
              <a:gd name="connsiteY75" fmla="*/ 4579399 h 6858000"/>
              <a:gd name="connsiteX76" fmla="*/ 2907939 w 12192000"/>
              <a:gd name="connsiteY76" fmla="*/ 4804062 h 6858000"/>
              <a:gd name="connsiteX77" fmla="*/ 2898753 w 12192000"/>
              <a:gd name="connsiteY77" fmla="*/ 4829414 h 6858000"/>
              <a:gd name="connsiteX78" fmla="*/ 2683352 w 12192000"/>
              <a:gd name="connsiteY78" fmla="*/ 4793141 h 6858000"/>
              <a:gd name="connsiteX79" fmla="*/ 2962594 w 12192000"/>
              <a:gd name="connsiteY79" fmla="*/ 4981920 h 6858000"/>
              <a:gd name="connsiteX80" fmla="*/ 3251019 w 12192000"/>
              <a:gd name="connsiteY80" fmla="*/ 5127012 h 6858000"/>
              <a:gd name="connsiteX81" fmla="*/ 3046180 w 12192000"/>
              <a:gd name="connsiteY81" fmla="*/ 5104781 h 6858000"/>
              <a:gd name="connsiteX82" fmla="*/ 2764646 w 12192000"/>
              <a:gd name="connsiteY82" fmla="*/ 5021703 h 6858000"/>
              <a:gd name="connsiteX83" fmla="*/ 2666820 w 12192000"/>
              <a:gd name="connsiteY83" fmla="*/ 5052905 h 6858000"/>
              <a:gd name="connsiteX84" fmla="*/ 2933657 w 12192000"/>
              <a:gd name="connsiteY84" fmla="*/ 5190198 h 6858000"/>
              <a:gd name="connsiteX85" fmla="*/ 3086598 w 12192000"/>
              <a:gd name="connsiteY85" fmla="*/ 5253776 h 6858000"/>
              <a:gd name="connsiteX86" fmla="*/ 3147680 w 12192000"/>
              <a:gd name="connsiteY86" fmla="*/ 5302531 h 6858000"/>
              <a:gd name="connsiteX87" fmla="*/ 3322204 w 12192000"/>
              <a:gd name="connsiteY87" fmla="*/ 5476487 h 6858000"/>
              <a:gd name="connsiteX88" fmla="*/ 3834758 w 12192000"/>
              <a:gd name="connsiteY88" fmla="*/ 5666434 h 6858000"/>
              <a:gd name="connsiteX89" fmla="*/ 4314240 w 12192000"/>
              <a:gd name="connsiteY89" fmla="*/ 5902409 h 6858000"/>
              <a:gd name="connsiteX90" fmla="*/ 4688552 w 12192000"/>
              <a:gd name="connsiteY90" fmla="*/ 6049453 h 6858000"/>
              <a:gd name="connsiteX91" fmla="*/ 5634660 w 12192000"/>
              <a:gd name="connsiteY91" fmla="*/ 6238620 h 6858000"/>
              <a:gd name="connsiteX92" fmla="*/ 9222980 w 12192000"/>
              <a:gd name="connsiteY92" fmla="*/ 4955397 h 6858000"/>
              <a:gd name="connsiteX93" fmla="*/ 9268448 w 12192000"/>
              <a:gd name="connsiteY93" fmla="*/ 4917173 h 6858000"/>
              <a:gd name="connsiteX94" fmla="*/ 9442512 w 12192000"/>
              <a:gd name="connsiteY94" fmla="*/ 4773251 h 6858000"/>
              <a:gd name="connsiteX95" fmla="*/ 9590400 w 12192000"/>
              <a:gd name="connsiteY95" fmla="*/ 4643756 h 6858000"/>
              <a:gd name="connsiteX96" fmla="*/ 9513242 w 12192000"/>
              <a:gd name="connsiteY96" fmla="*/ 4600073 h 6858000"/>
              <a:gd name="connsiteX97" fmla="*/ 9617498 w 12192000"/>
              <a:gd name="connsiteY97" fmla="*/ 4476430 h 6858000"/>
              <a:gd name="connsiteX98" fmla="*/ 9949094 w 12192000"/>
              <a:gd name="connsiteY98" fmla="*/ 4095364 h 6858000"/>
              <a:gd name="connsiteX99" fmla="*/ 10094686 w 12192000"/>
              <a:gd name="connsiteY99" fmla="*/ 4011507 h 6858000"/>
              <a:gd name="connsiteX100" fmla="*/ 10271967 w 12192000"/>
              <a:gd name="connsiteY100" fmla="*/ 3800497 h 6858000"/>
              <a:gd name="connsiteX101" fmla="*/ 10297226 w 12192000"/>
              <a:gd name="connsiteY101" fmla="*/ 3751742 h 6858000"/>
              <a:gd name="connsiteX102" fmla="*/ 10260943 w 12192000"/>
              <a:gd name="connsiteY102" fmla="*/ 3689723 h 6858000"/>
              <a:gd name="connsiteX103" fmla="*/ 10233847 w 12192000"/>
              <a:gd name="connsiteY103" fmla="*/ 3627319 h 6858000"/>
              <a:gd name="connsiteX104" fmla="*/ 10269209 w 12192000"/>
              <a:gd name="connsiteY104" fmla="*/ 3608986 h 6858000"/>
              <a:gd name="connsiteX105" fmla="*/ 10496550 w 12192000"/>
              <a:gd name="connsiteY105" fmla="*/ 3577393 h 6858000"/>
              <a:gd name="connsiteX106" fmla="*/ 10364738 w 12192000"/>
              <a:gd name="connsiteY106" fmla="*/ 3458823 h 6858000"/>
              <a:gd name="connsiteX107" fmla="*/ 10132346 w 12192000"/>
              <a:gd name="connsiteY107" fmla="*/ 3282137 h 6858000"/>
              <a:gd name="connsiteX108" fmla="*/ 10026712 w 12192000"/>
              <a:gd name="connsiteY108" fmla="*/ 3156543 h 6858000"/>
              <a:gd name="connsiteX109" fmla="*/ 10014312 w 12192000"/>
              <a:gd name="connsiteY109" fmla="*/ 3044213 h 6858000"/>
              <a:gd name="connsiteX110" fmla="*/ 9806718 w 12192000"/>
              <a:gd name="connsiteY110" fmla="*/ 2977907 h 6858000"/>
              <a:gd name="connsiteX111" fmla="*/ 10001912 w 12192000"/>
              <a:gd name="connsiteY111" fmla="*/ 2740374 h 6858000"/>
              <a:gd name="connsiteX112" fmla="*/ 10021662 w 12192000"/>
              <a:gd name="connsiteY112" fmla="*/ 2691231 h 6858000"/>
              <a:gd name="connsiteX113" fmla="*/ 9904546 w 12192000"/>
              <a:gd name="connsiteY113" fmla="*/ 2515322 h 6858000"/>
              <a:gd name="connsiteX114" fmla="*/ 9885256 w 12192000"/>
              <a:gd name="connsiteY114" fmla="*/ 2487240 h 6858000"/>
              <a:gd name="connsiteX115" fmla="*/ 9842085 w 12192000"/>
              <a:gd name="connsiteY115" fmla="*/ 2431074 h 6858000"/>
              <a:gd name="connsiteX116" fmla="*/ 9718078 w 12192000"/>
              <a:gd name="connsiteY116" fmla="*/ 2417424 h 6858000"/>
              <a:gd name="connsiteX117" fmla="*/ 9782378 w 12192000"/>
              <a:gd name="connsiteY117" fmla="*/ 2377641 h 6858000"/>
              <a:gd name="connsiteX118" fmla="*/ 9907302 w 12192000"/>
              <a:gd name="connsiteY118" fmla="*/ 2243078 h 6858000"/>
              <a:gd name="connsiteX119" fmla="*/ 9824171 w 12192000"/>
              <a:gd name="connsiteY119" fmla="*/ 2114365 h 6858000"/>
              <a:gd name="connsiteX120" fmla="*/ 9818662 w 12192000"/>
              <a:gd name="connsiteY120" fmla="*/ 2043377 h 6858000"/>
              <a:gd name="connsiteX121" fmla="*/ 9958740 w 12192000"/>
              <a:gd name="connsiteY121" fmla="*/ 1952499 h 6858000"/>
              <a:gd name="connsiteX122" fmla="*/ 10064374 w 12192000"/>
              <a:gd name="connsiteY122" fmla="*/ 1916615 h 6858000"/>
              <a:gd name="connsiteX123" fmla="*/ 10113055 w 12192000"/>
              <a:gd name="connsiteY123" fmla="*/ 1865131 h 6858000"/>
              <a:gd name="connsiteX124" fmla="*/ 10055646 w 12192000"/>
              <a:gd name="connsiteY124" fmla="*/ 1822227 h 6858000"/>
              <a:gd name="connsiteX125" fmla="*/ 9800748 w 12192000"/>
              <a:gd name="connsiteY125" fmla="*/ 1720036 h 6858000"/>
              <a:gd name="connsiteX126" fmla="*/ 9938071 w 12192000"/>
              <a:gd name="connsiteY126" fmla="*/ 1634617 h 6858000"/>
              <a:gd name="connsiteX127" fmla="*/ 9220224 w 12192000"/>
              <a:gd name="connsiteY127" fmla="*/ 1231709 h 6858000"/>
              <a:gd name="connsiteX128" fmla="*/ 9133419 w 12192000"/>
              <a:gd name="connsiteY128" fmla="*/ 1170083 h 6858000"/>
              <a:gd name="connsiteX129" fmla="*/ 8672768 w 12192000"/>
              <a:gd name="connsiteY129" fmla="*/ 1020699 h 6858000"/>
              <a:gd name="connsiteX130" fmla="*/ 8198797 w 12192000"/>
              <a:gd name="connsiteY130" fmla="*/ 915000 h 6858000"/>
              <a:gd name="connsiteX131" fmla="*/ 8528095 w 12192000"/>
              <a:gd name="connsiteY131" fmla="*/ 691898 h 6858000"/>
              <a:gd name="connsiteX132" fmla="*/ 8025190 w 12192000"/>
              <a:gd name="connsiteY132" fmla="*/ 640021 h 6858000"/>
              <a:gd name="connsiteX133" fmla="*/ 7976047 w 12192000"/>
              <a:gd name="connsiteY133" fmla="*/ 641584 h 6858000"/>
              <a:gd name="connsiteX134" fmla="*/ 6988604 w 12192000"/>
              <a:gd name="connsiteY134" fmla="*/ 607260 h 6858000"/>
              <a:gd name="connsiteX135" fmla="*/ 5573116 w 12192000"/>
              <a:gd name="connsiteY135" fmla="*/ 493368 h 6858000"/>
              <a:gd name="connsiteX136" fmla="*/ 4401503 w 12192000"/>
              <a:gd name="connsiteY136" fmla="*/ 425112 h 6858000"/>
              <a:gd name="connsiteX137" fmla="*/ 3154109 w 12192000"/>
              <a:gd name="connsiteY137" fmla="*/ 292499 h 6858000"/>
              <a:gd name="connsiteX138" fmla="*/ 3094406 w 12192000"/>
              <a:gd name="connsiteY138" fmla="*/ 283966 h 6858000"/>
              <a:gd name="connsiteX139" fmla="*/ 0 w 12192000"/>
              <a:gd name="connsiteY139" fmla="*/ 0 h 6858000"/>
              <a:gd name="connsiteX140" fmla="*/ 12192000 w 12192000"/>
              <a:gd name="connsiteY140" fmla="*/ 0 h 6858000"/>
              <a:gd name="connsiteX141" fmla="*/ 12192000 w 12192000"/>
              <a:gd name="connsiteY141" fmla="*/ 6858000 h 6858000"/>
              <a:gd name="connsiteX142" fmla="*/ 0 w 12192000"/>
              <a:gd name="connsiteY1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2192000" h="6858000">
                <a:moveTo>
                  <a:pt x="3094406" y="283966"/>
                </a:moveTo>
                <a:cubicBezTo>
                  <a:pt x="3074312" y="283528"/>
                  <a:pt x="3054907" y="288795"/>
                  <a:pt x="3038833" y="309661"/>
                </a:cubicBezTo>
                <a:cubicBezTo>
                  <a:pt x="3124259" y="364657"/>
                  <a:pt x="3233105" y="343983"/>
                  <a:pt x="3348384" y="406000"/>
                </a:cubicBezTo>
                <a:cubicBezTo>
                  <a:pt x="3161001" y="386497"/>
                  <a:pt x="3012653" y="370896"/>
                  <a:pt x="2864309" y="355295"/>
                </a:cubicBezTo>
                <a:cubicBezTo>
                  <a:pt x="2861553" y="366216"/>
                  <a:pt x="2858796" y="377136"/>
                  <a:pt x="2856039" y="388058"/>
                </a:cubicBezTo>
                <a:cubicBezTo>
                  <a:pt x="3045722" y="411070"/>
                  <a:pt x="3221166" y="470356"/>
                  <a:pt x="3405794" y="512089"/>
                </a:cubicBezTo>
                <a:cubicBezTo>
                  <a:pt x="3388799" y="537835"/>
                  <a:pt x="3371808" y="532763"/>
                  <a:pt x="3356651" y="531204"/>
                </a:cubicBezTo>
                <a:cubicBezTo>
                  <a:pt x="3257907" y="521062"/>
                  <a:pt x="3159164" y="510922"/>
                  <a:pt x="3064552" y="483228"/>
                </a:cubicBezTo>
                <a:cubicBezTo>
                  <a:pt x="3043427" y="476987"/>
                  <a:pt x="3017704" y="476987"/>
                  <a:pt x="3005765" y="495708"/>
                </a:cubicBezTo>
                <a:cubicBezTo>
                  <a:pt x="2988771" y="522231"/>
                  <a:pt x="3013113" y="539393"/>
                  <a:pt x="3034700" y="553823"/>
                </a:cubicBezTo>
                <a:cubicBezTo>
                  <a:pt x="3072360" y="578787"/>
                  <a:pt x="3117827" y="571767"/>
                  <a:pt x="3161459" y="576445"/>
                </a:cubicBezTo>
                <a:cubicBezTo>
                  <a:pt x="3277655" y="588537"/>
                  <a:pt x="3333228" y="626370"/>
                  <a:pt x="3358949" y="712961"/>
                </a:cubicBezTo>
                <a:cubicBezTo>
                  <a:pt x="3256987" y="677857"/>
                  <a:pt x="3158703" y="721151"/>
                  <a:pt x="3059960" y="696576"/>
                </a:cubicBezTo>
                <a:cubicBezTo>
                  <a:pt x="3034240" y="690338"/>
                  <a:pt x="2993364" y="699698"/>
                  <a:pt x="3007143" y="729732"/>
                </a:cubicBezTo>
                <a:cubicBezTo>
                  <a:pt x="3020003" y="757814"/>
                  <a:pt x="3062716" y="778096"/>
                  <a:pt x="2986935" y="772635"/>
                </a:cubicBezTo>
                <a:cubicBezTo>
                  <a:pt x="2932740" y="768735"/>
                  <a:pt x="2826647" y="800329"/>
                  <a:pt x="2871197" y="808127"/>
                </a:cubicBezTo>
                <a:cubicBezTo>
                  <a:pt x="2927228" y="817881"/>
                  <a:pt x="2981883" y="831921"/>
                  <a:pt x="3053071" y="847913"/>
                </a:cubicBezTo>
                <a:cubicBezTo>
                  <a:pt x="2974533" y="874043"/>
                  <a:pt x="2918042" y="868584"/>
                  <a:pt x="2858796" y="847913"/>
                </a:cubicBezTo>
                <a:cubicBezTo>
                  <a:pt x="2787150" y="822949"/>
                  <a:pt x="2693916" y="792528"/>
                  <a:pt x="2635588" y="820611"/>
                </a:cubicBezTo>
                <a:cubicBezTo>
                  <a:pt x="2548326" y="862734"/>
                  <a:pt x="2475760" y="836211"/>
                  <a:pt x="2397683" y="829190"/>
                </a:cubicBezTo>
                <a:cubicBezTo>
                  <a:pt x="2238775" y="814759"/>
                  <a:pt x="2081241" y="790576"/>
                  <a:pt x="1921874" y="778877"/>
                </a:cubicBezTo>
                <a:cubicBezTo>
                  <a:pt x="1858036" y="774195"/>
                  <a:pt x="1789143" y="751964"/>
                  <a:pt x="1695450" y="782386"/>
                </a:cubicBezTo>
                <a:cubicBezTo>
                  <a:pt x="2119822" y="938012"/>
                  <a:pt x="2575423" y="928262"/>
                  <a:pt x="2954324" y="1120940"/>
                </a:cubicBezTo>
                <a:cubicBezTo>
                  <a:pt x="2938251" y="1139269"/>
                  <a:pt x="2856502" y="1191535"/>
                  <a:pt x="2890028" y="1195435"/>
                </a:cubicBezTo>
                <a:cubicBezTo>
                  <a:pt x="2984178" y="1206748"/>
                  <a:pt x="3067767" y="1244971"/>
                  <a:pt x="3153652" y="1276563"/>
                </a:cubicBezTo>
                <a:cubicBezTo>
                  <a:pt x="3190855" y="1290216"/>
                  <a:pt x="3235862" y="1308157"/>
                  <a:pt x="3218410" y="1356911"/>
                </a:cubicBezTo>
                <a:cubicBezTo>
                  <a:pt x="3186719" y="1370562"/>
                  <a:pt x="3163296" y="1351451"/>
                  <a:pt x="3137118" y="1349891"/>
                </a:cubicBezTo>
                <a:cubicBezTo>
                  <a:pt x="3110480" y="1348331"/>
                  <a:pt x="3050773" y="1358471"/>
                  <a:pt x="3067309" y="1365102"/>
                </a:cubicBezTo>
                <a:cubicBezTo>
                  <a:pt x="3142629" y="1395136"/>
                  <a:pt x="3007143" y="1467292"/>
                  <a:pt x="3096243" y="1467292"/>
                </a:cubicBezTo>
                <a:cubicBezTo>
                  <a:pt x="3245506" y="1467681"/>
                  <a:pt x="3324961" y="1595613"/>
                  <a:pt x="3468716" y="1599125"/>
                </a:cubicBezTo>
                <a:cubicBezTo>
                  <a:pt x="3491677" y="1599513"/>
                  <a:pt x="3502700" y="1622137"/>
                  <a:pt x="3502241" y="1642029"/>
                </a:cubicBezTo>
                <a:cubicBezTo>
                  <a:pt x="3502241" y="1665822"/>
                  <a:pt x="3481116" y="1670112"/>
                  <a:pt x="3457692" y="1672453"/>
                </a:cubicBezTo>
                <a:cubicBezTo>
                  <a:pt x="3421868" y="1675962"/>
                  <a:pt x="3384667" y="1642029"/>
                  <a:pt x="3337362" y="1688053"/>
                </a:cubicBezTo>
                <a:cubicBezTo>
                  <a:pt x="3422329" y="1714966"/>
                  <a:pt x="3507294" y="1741878"/>
                  <a:pt x="3505915" y="1834318"/>
                </a:cubicBezTo>
                <a:cubicBezTo>
                  <a:pt x="3505457" y="1859279"/>
                  <a:pt x="3540820" y="1868640"/>
                  <a:pt x="3567458" y="1874880"/>
                </a:cubicBezTo>
                <a:cubicBezTo>
                  <a:pt x="3611549" y="1885023"/>
                  <a:pt x="3648750" y="1902965"/>
                  <a:pt x="3672634" y="1937678"/>
                </a:cubicBezTo>
                <a:cubicBezTo>
                  <a:pt x="3672172" y="1944308"/>
                  <a:pt x="3671715" y="1951329"/>
                  <a:pt x="3674470" y="1956789"/>
                </a:cubicBezTo>
                <a:cubicBezTo>
                  <a:pt x="3666664" y="2040646"/>
                  <a:pt x="3602363" y="2038306"/>
                  <a:pt x="3531176" y="2024266"/>
                </a:cubicBezTo>
                <a:cubicBezTo>
                  <a:pt x="3446211" y="2007103"/>
                  <a:pt x="3362164" y="1975900"/>
                  <a:pt x="3272604" y="2005933"/>
                </a:cubicBezTo>
                <a:cubicBezTo>
                  <a:pt x="3398905" y="2046107"/>
                  <a:pt x="3536229" y="2049228"/>
                  <a:pt x="3654720" y="2106564"/>
                </a:cubicBezTo>
                <a:cubicBezTo>
                  <a:pt x="3221166" y="2117095"/>
                  <a:pt x="2838130" y="1936116"/>
                  <a:pt x="2417892" y="1866690"/>
                </a:cubicBezTo>
                <a:cubicBezTo>
                  <a:pt x="2432130" y="1913105"/>
                  <a:pt x="2466114" y="1922465"/>
                  <a:pt x="2496888" y="1929487"/>
                </a:cubicBezTo>
                <a:cubicBezTo>
                  <a:pt x="2652123" y="1964590"/>
                  <a:pt x="2788067" y="2034408"/>
                  <a:pt x="2929526" y="2094862"/>
                </a:cubicBezTo>
                <a:cubicBezTo>
                  <a:pt x="2987851" y="2119825"/>
                  <a:pt x="3030106" y="2144789"/>
                  <a:pt x="3052152" y="2198613"/>
                </a:cubicBezTo>
                <a:cubicBezTo>
                  <a:pt x="3071903" y="2247367"/>
                  <a:pt x="3110021" y="2269990"/>
                  <a:pt x="3180748" y="2255948"/>
                </a:cubicBezTo>
                <a:cubicBezTo>
                  <a:pt x="3238157" y="2244246"/>
                  <a:pt x="3301078" y="2250487"/>
                  <a:pt x="3361244" y="2254777"/>
                </a:cubicBezTo>
                <a:cubicBezTo>
                  <a:pt x="3430596" y="2259459"/>
                  <a:pt x="3508213" y="2314455"/>
                  <a:pt x="3489382" y="2342926"/>
                </a:cubicBezTo>
                <a:cubicBezTo>
                  <a:pt x="3457233" y="2391292"/>
                  <a:pt x="3403498" y="2367110"/>
                  <a:pt x="3355733" y="2361649"/>
                </a:cubicBezTo>
                <a:cubicBezTo>
                  <a:pt x="3301537" y="2355018"/>
                  <a:pt x="3200957" y="2341367"/>
                  <a:pt x="3199121" y="2347216"/>
                </a:cubicBezTo>
                <a:cubicBezTo>
                  <a:pt x="3163754" y="2468518"/>
                  <a:pt x="2914827" y="2362819"/>
                  <a:pt x="2861091" y="2351896"/>
                </a:cubicBezTo>
                <a:cubicBezTo>
                  <a:pt x="2794038" y="2338245"/>
                  <a:pt x="2731116" y="2363208"/>
                  <a:pt x="2667278" y="2369058"/>
                </a:cubicBezTo>
                <a:cubicBezTo>
                  <a:pt x="2610328" y="2374518"/>
                  <a:pt x="2288376" y="2391292"/>
                  <a:pt x="2221781" y="2339805"/>
                </a:cubicBezTo>
                <a:cubicBezTo>
                  <a:pt x="2212595" y="2379978"/>
                  <a:pt x="2231884" y="2396361"/>
                  <a:pt x="2247961" y="2414693"/>
                </a:cubicBezTo>
                <a:cubicBezTo>
                  <a:pt x="2270465" y="2440824"/>
                  <a:pt x="2274138" y="2459157"/>
                  <a:pt x="2231425" y="2479828"/>
                </a:cubicBezTo>
                <a:cubicBezTo>
                  <a:pt x="2109717" y="2539115"/>
                  <a:pt x="2111557" y="2541065"/>
                  <a:pt x="2224996" y="2621414"/>
                </a:cubicBezTo>
                <a:cubicBezTo>
                  <a:pt x="2230509" y="2624923"/>
                  <a:pt x="2228211" y="2636624"/>
                  <a:pt x="2229131" y="2644426"/>
                </a:cubicBezTo>
                <a:cubicBezTo>
                  <a:pt x="2199276" y="2656906"/>
                  <a:pt x="2164373" y="2625703"/>
                  <a:pt x="2129466" y="2659247"/>
                </a:cubicBezTo>
                <a:cubicBezTo>
                  <a:pt x="2281487" y="2806680"/>
                  <a:pt x="2513421" y="2842953"/>
                  <a:pt x="2723312" y="2953726"/>
                </a:cubicBezTo>
                <a:cubicBezTo>
                  <a:pt x="2553377" y="2990389"/>
                  <a:pt x="2451419" y="2862456"/>
                  <a:pt x="2326496" y="2878838"/>
                </a:cubicBezTo>
                <a:cubicBezTo>
                  <a:pt x="2264036" y="2919012"/>
                  <a:pt x="2449582" y="2983367"/>
                  <a:pt x="2272759" y="3002480"/>
                </a:cubicBezTo>
                <a:cubicBezTo>
                  <a:pt x="2349461" y="3037583"/>
                  <a:pt x="2406411" y="3071905"/>
                  <a:pt x="2459226" y="3112471"/>
                </a:cubicBezTo>
                <a:cubicBezTo>
                  <a:pt x="2553377" y="3185016"/>
                  <a:pt x="2571749" y="3232602"/>
                  <a:pt x="2528117" y="3330111"/>
                </a:cubicBezTo>
                <a:cubicBezTo>
                  <a:pt x="2499642" y="3394076"/>
                  <a:pt x="2457848" y="3452973"/>
                  <a:pt x="2494590" y="3529029"/>
                </a:cubicBezTo>
                <a:cubicBezTo>
                  <a:pt x="2520308" y="3581294"/>
                  <a:pt x="2510206" y="3615617"/>
                  <a:pt x="2414677" y="3592215"/>
                </a:cubicBezTo>
                <a:cubicBezTo>
                  <a:pt x="2311799" y="3567251"/>
                  <a:pt x="2273221" y="3614057"/>
                  <a:pt x="2298940" y="3705716"/>
                </a:cubicBezTo>
                <a:cubicBezTo>
                  <a:pt x="2315473" y="3764612"/>
                  <a:pt x="2298020" y="3782553"/>
                  <a:pt x="2227294" y="3775921"/>
                </a:cubicBezTo>
                <a:cubicBezTo>
                  <a:pt x="2149215" y="3768512"/>
                  <a:pt x="2074811" y="3729898"/>
                  <a:pt x="1978366" y="3748620"/>
                </a:cubicBezTo>
                <a:cubicBezTo>
                  <a:pt x="2055522" y="3855492"/>
                  <a:pt x="2220403" y="3825068"/>
                  <a:pt x="2310421" y="3926868"/>
                </a:cubicBezTo>
                <a:cubicBezTo>
                  <a:pt x="2202950" y="3927259"/>
                  <a:pt x="2120739" y="3926868"/>
                  <a:pt x="2041285" y="3904635"/>
                </a:cubicBezTo>
                <a:cubicBezTo>
                  <a:pt x="2008216" y="3895664"/>
                  <a:pt x="1971934" y="3886305"/>
                  <a:pt x="1953565" y="3917116"/>
                </a:cubicBezTo>
                <a:cubicBezTo>
                  <a:pt x="1931978" y="3954170"/>
                  <a:pt x="1976527" y="3968211"/>
                  <a:pt x="2003623" y="3974842"/>
                </a:cubicBezTo>
                <a:cubicBezTo>
                  <a:pt x="2079866" y="3993563"/>
                  <a:pt x="2138192" y="4038028"/>
                  <a:pt x="2201114" y="4072742"/>
                </a:cubicBezTo>
                <a:cubicBezTo>
                  <a:pt x="2339356" y="4148800"/>
                  <a:pt x="2490917" y="4212375"/>
                  <a:pt x="2608032" y="4337967"/>
                </a:cubicBezTo>
                <a:cubicBezTo>
                  <a:pt x="2460606" y="4305983"/>
                  <a:pt x="2350838" y="4231487"/>
                  <a:pt x="2213973" y="4216277"/>
                </a:cubicBezTo>
                <a:cubicBezTo>
                  <a:pt x="2332467" y="4330557"/>
                  <a:pt x="2484945" y="4405834"/>
                  <a:pt x="2629158" y="4488911"/>
                </a:cubicBezTo>
                <a:cubicBezTo>
                  <a:pt x="2670494" y="4512315"/>
                  <a:pt x="2712289" y="4528306"/>
                  <a:pt x="2721471" y="4579399"/>
                </a:cubicBezTo>
                <a:cubicBezTo>
                  <a:pt x="2739385" y="4678470"/>
                  <a:pt x="2793121" y="4760378"/>
                  <a:pt x="2907939" y="4804062"/>
                </a:cubicBezTo>
                <a:cubicBezTo>
                  <a:pt x="2908859" y="4804452"/>
                  <a:pt x="2902428" y="4819274"/>
                  <a:pt x="2898753" y="4829414"/>
                </a:cubicBezTo>
                <a:cubicBezTo>
                  <a:pt x="2828485" y="4832536"/>
                  <a:pt x="2772912" y="4774028"/>
                  <a:pt x="2683352" y="4793141"/>
                </a:cubicBezTo>
                <a:cubicBezTo>
                  <a:pt x="2769239" y="4872708"/>
                  <a:pt x="2840885" y="4944087"/>
                  <a:pt x="2962594" y="4981920"/>
                </a:cubicBezTo>
                <a:cubicBezTo>
                  <a:pt x="3059960" y="5011952"/>
                  <a:pt x="3180289" y="5029503"/>
                  <a:pt x="3251019" y="5127012"/>
                </a:cubicBezTo>
                <a:cubicBezTo>
                  <a:pt x="3168808" y="5146126"/>
                  <a:pt x="3107723" y="5121944"/>
                  <a:pt x="3046180" y="5104781"/>
                </a:cubicBezTo>
                <a:cubicBezTo>
                  <a:pt x="2952030" y="5078258"/>
                  <a:pt x="2858796" y="5048226"/>
                  <a:pt x="2764646" y="5021703"/>
                </a:cubicBezTo>
                <a:cubicBezTo>
                  <a:pt x="2728821" y="5011563"/>
                  <a:pt x="2689782" y="5004540"/>
                  <a:pt x="2666820" y="5052905"/>
                </a:cubicBezTo>
                <a:cubicBezTo>
                  <a:pt x="2786691" y="5063047"/>
                  <a:pt x="2858337" y="5128575"/>
                  <a:pt x="2933657" y="5190198"/>
                </a:cubicBezTo>
                <a:cubicBezTo>
                  <a:pt x="2975911" y="5224912"/>
                  <a:pt x="3010358" y="5271328"/>
                  <a:pt x="3086598" y="5253776"/>
                </a:cubicBezTo>
                <a:cubicBezTo>
                  <a:pt x="3126554" y="5244415"/>
                  <a:pt x="3151814" y="5270547"/>
                  <a:pt x="3147680" y="5302531"/>
                </a:cubicBezTo>
                <a:cubicBezTo>
                  <a:pt x="3132525" y="5415251"/>
                  <a:pt x="3225759" y="5454645"/>
                  <a:pt x="3322204" y="5476487"/>
                </a:cubicBezTo>
                <a:cubicBezTo>
                  <a:pt x="3504998" y="5517440"/>
                  <a:pt x="3657018" y="5613779"/>
                  <a:pt x="3834758" y="5666434"/>
                </a:cubicBezTo>
                <a:cubicBezTo>
                  <a:pt x="4007445" y="5717529"/>
                  <a:pt x="4141095" y="5838830"/>
                  <a:pt x="4314240" y="5902409"/>
                </a:cubicBezTo>
                <a:cubicBezTo>
                  <a:pt x="4439624" y="5948433"/>
                  <a:pt x="4559494" y="6007718"/>
                  <a:pt x="4688552" y="6049453"/>
                </a:cubicBezTo>
                <a:cubicBezTo>
                  <a:pt x="4993968" y="6148131"/>
                  <a:pt x="5305360" y="6227308"/>
                  <a:pt x="5634660" y="6238620"/>
                </a:cubicBezTo>
                <a:cubicBezTo>
                  <a:pt x="5906549" y="6247590"/>
                  <a:pt x="8264931" y="6239010"/>
                  <a:pt x="9222980" y="4955397"/>
                </a:cubicBezTo>
                <a:cubicBezTo>
                  <a:pt x="9241350" y="4949155"/>
                  <a:pt x="9262017" y="4932775"/>
                  <a:pt x="9268448" y="4917173"/>
                </a:cubicBezTo>
                <a:cubicBezTo>
                  <a:pt x="9299220" y="4844235"/>
                  <a:pt x="9374540" y="4812644"/>
                  <a:pt x="9442512" y="4773251"/>
                </a:cubicBezTo>
                <a:cubicBezTo>
                  <a:pt x="9502220" y="4738536"/>
                  <a:pt x="9565600" y="4702263"/>
                  <a:pt x="9590400" y="4643756"/>
                </a:cubicBezTo>
                <a:cubicBezTo>
                  <a:pt x="9623008" y="4565749"/>
                  <a:pt x="9530236" y="4629716"/>
                  <a:pt x="9513242" y="4600073"/>
                </a:cubicBezTo>
                <a:cubicBezTo>
                  <a:pt x="9548605" y="4559509"/>
                  <a:pt x="9603261" y="4522454"/>
                  <a:pt x="9617498" y="4476430"/>
                </a:cubicBezTo>
                <a:cubicBezTo>
                  <a:pt x="9669394" y="4310276"/>
                  <a:pt x="9781460" y="4189364"/>
                  <a:pt x="9949094" y="4095364"/>
                </a:cubicBezTo>
                <a:cubicBezTo>
                  <a:pt x="9997318" y="4068452"/>
                  <a:pt x="10029007" y="4019306"/>
                  <a:pt x="10094686" y="4011507"/>
                </a:cubicBezTo>
                <a:cubicBezTo>
                  <a:pt x="10240735" y="3994345"/>
                  <a:pt x="10194808" y="3860171"/>
                  <a:pt x="10271967" y="3800497"/>
                </a:cubicBezTo>
                <a:cubicBezTo>
                  <a:pt x="10286662" y="3789184"/>
                  <a:pt x="10299980" y="3766953"/>
                  <a:pt x="10297226" y="3751742"/>
                </a:cubicBezTo>
                <a:cubicBezTo>
                  <a:pt x="10293091" y="3729898"/>
                  <a:pt x="10275639" y="3709227"/>
                  <a:pt x="10260943" y="3689723"/>
                </a:cubicBezTo>
                <a:cubicBezTo>
                  <a:pt x="10245786" y="3670222"/>
                  <a:pt x="10222825" y="3653061"/>
                  <a:pt x="10233847" y="3627319"/>
                </a:cubicBezTo>
                <a:cubicBezTo>
                  <a:pt x="10238437" y="3616788"/>
                  <a:pt x="10235225" y="3580125"/>
                  <a:pt x="10269209" y="3608986"/>
                </a:cubicBezTo>
                <a:cubicBezTo>
                  <a:pt x="10362443" y="3688165"/>
                  <a:pt x="10416637" y="3613279"/>
                  <a:pt x="10496550" y="3577393"/>
                </a:cubicBezTo>
                <a:cubicBezTo>
                  <a:pt x="10432253" y="3540340"/>
                  <a:pt x="10374383" y="3514208"/>
                  <a:pt x="10364738" y="3458823"/>
                </a:cubicBezTo>
                <a:cubicBezTo>
                  <a:pt x="10344991" y="3344542"/>
                  <a:pt x="10260485" y="3292277"/>
                  <a:pt x="10132346" y="3282137"/>
                </a:cubicBezTo>
                <a:cubicBezTo>
                  <a:pt x="10179650" y="3171757"/>
                  <a:pt x="10179650" y="3171757"/>
                  <a:pt x="10026712" y="3156543"/>
                </a:cubicBezTo>
                <a:cubicBezTo>
                  <a:pt x="10085499" y="3086337"/>
                  <a:pt x="10085499" y="3068396"/>
                  <a:pt x="10014312" y="3044213"/>
                </a:cubicBezTo>
                <a:cubicBezTo>
                  <a:pt x="9945880" y="3021201"/>
                  <a:pt x="9870100" y="3013401"/>
                  <a:pt x="9806718" y="2977907"/>
                </a:cubicBezTo>
                <a:cubicBezTo>
                  <a:pt x="9865047" y="2888199"/>
                  <a:pt x="9881580" y="2784060"/>
                  <a:pt x="10001912" y="2740374"/>
                </a:cubicBezTo>
                <a:cubicBezTo>
                  <a:pt x="10020741" y="2733743"/>
                  <a:pt x="10033600" y="2706830"/>
                  <a:pt x="10021662" y="2691231"/>
                </a:cubicBezTo>
                <a:cubicBezTo>
                  <a:pt x="9978030" y="2634675"/>
                  <a:pt x="10040492" y="2527414"/>
                  <a:pt x="9904546" y="2515322"/>
                </a:cubicBezTo>
                <a:cubicBezTo>
                  <a:pt x="9887552" y="2514152"/>
                  <a:pt x="9871936" y="2502450"/>
                  <a:pt x="9885256" y="2487240"/>
                </a:cubicBezTo>
                <a:cubicBezTo>
                  <a:pt x="9931184" y="2434196"/>
                  <a:pt x="9875611" y="2437706"/>
                  <a:pt x="9842085" y="2431074"/>
                </a:cubicBezTo>
                <a:cubicBezTo>
                  <a:pt x="9801668" y="2422884"/>
                  <a:pt x="9755740" y="2446287"/>
                  <a:pt x="9718078" y="2417424"/>
                </a:cubicBezTo>
                <a:cubicBezTo>
                  <a:pt x="9726806" y="2386999"/>
                  <a:pt x="9759413" y="2387390"/>
                  <a:pt x="9782378" y="2377641"/>
                </a:cubicBezTo>
                <a:cubicBezTo>
                  <a:pt x="9849430" y="2349558"/>
                  <a:pt x="9904086" y="2316013"/>
                  <a:pt x="9907302" y="2243078"/>
                </a:cubicBezTo>
                <a:cubicBezTo>
                  <a:pt x="9909596" y="2184182"/>
                  <a:pt x="9916946" y="2132305"/>
                  <a:pt x="9824171" y="2114365"/>
                </a:cubicBezTo>
                <a:cubicBezTo>
                  <a:pt x="9785593" y="2106953"/>
                  <a:pt x="9796616" y="2064440"/>
                  <a:pt x="9818662" y="2043377"/>
                </a:cubicBezTo>
                <a:cubicBezTo>
                  <a:pt x="9858160" y="2005933"/>
                  <a:pt x="9890766" y="1956008"/>
                  <a:pt x="9958740" y="1952499"/>
                </a:cubicBezTo>
                <a:cubicBezTo>
                  <a:pt x="10000075" y="1950158"/>
                  <a:pt x="10031764" y="1934556"/>
                  <a:pt x="10064374" y="1916615"/>
                </a:cubicBezTo>
                <a:cubicBezTo>
                  <a:pt x="10087795" y="1903743"/>
                  <a:pt x="10115810" y="1892823"/>
                  <a:pt x="10113055" y="1865131"/>
                </a:cubicBezTo>
                <a:cubicBezTo>
                  <a:pt x="10110302" y="1838607"/>
                  <a:pt x="10083203" y="1827686"/>
                  <a:pt x="10055646" y="1822227"/>
                </a:cubicBezTo>
                <a:cubicBezTo>
                  <a:pt x="9963792" y="1804675"/>
                  <a:pt x="9877448" y="1778933"/>
                  <a:pt x="9800748" y="1720036"/>
                </a:cubicBezTo>
                <a:cubicBezTo>
                  <a:pt x="9851726" y="1688834"/>
                  <a:pt x="9900410" y="1666211"/>
                  <a:pt x="9938071" y="1634617"/>
                </a:cubicBezTo>
                <a:cubicBezTo>
                  <a:pt x="10029007" y="1558172"/>
                  <a:pt x="9258802" y="1317517"/>
                  <a:pt x="9220224" y="1231709"/>
                </a:cubicBezTo>
                <a:cubicBezTo>
                  <a:pt x="9208284" y="1205187"/>
                  <a:pt x="9167410" y="1177883"/>
                  <a:pt x="9133419" y="1170083"/>
                </a:cubicBezTo>
                <a:cubicBezTo>
                  <a:pt x="8974052" y="1133420"/>
                  <a:pt x="8835810" y="1051123"/>
                  <a:pt x="8672768" y="1020699"/>
                </a:cubicBezTo>
                <a:cubicBezTo>
                  <a:pt x="8518912" y="991837"/>
                  <a:pt x="8367350" y="953222"/>
                  <a:pt x="8198797" y="915000"/>
                </a:cubicBezTo>
                <a:cubicBezTo>
                  <a:pt x="8302134" y="819048"/>
                  <a:pt x="8485382" y="830361"/>
                  <a:pt x="8528095" y="691898"/>
                </a:cubicBezTo>
                <a:cubicBezTo>
                  <a:pt x="8361379" y="656013"/>
                  <a:pt x="8185937" y="696968"/>
                  <a:pt x="8025190" y="640021"/>
                </a:cubicBezTo>
                <a:cubicBezTo>
                  <a:pt x="8011411" y="634954"/>
                  <a:pt x="7992579" y="640021"/>
                  <a:pt x="7976047" y="641584"/>
                </a:cubicBezTo>
                <a:cubicBezTo>
                  <a:pt x="7644909" y="672005"/>
                  <a:pt x="7315149" y="645484"/>
                  <a:pt x="6988604" y="607260"/>
                </a:cubicBezTo>
                <a:cubicBezTo>
                  <a:pt x="6518305" y="552656"/>
                  <a:pt x="6046170" y="517941"/>
                  <a:pt x="5573116" y="493368"/>
                </a:cubicBezTo>
                <a:cubicBezTo>
                  <a:pt x="5182272" y="473086"/>
                  <a:pt x="4790511" y="464116"/>
                  <a:pt x="4401503" y="425112"/>
                </a:cubicBezTo>
                <a:cubicBezTo>
                  <a:pt x="3985401" y="383379"/>
                  <a:pt x="3569756" y="336184"/>
                  <a:pt x="3154109" y="292499"/>
                </a:cubicBezTo>
                <a:cubicBezTo>
                  <a:pt x="3135280" y="290549"/>
                  <a:pt x="3114499" y="284406"/>
                  <a:pt x="3094406" y="28396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CC753C-8F16-50DD-30BC-A3AAA60AF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143" y="660966"/>
            <a:ext cx="9524999" cy="572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26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9BF4C5-8DA4-1B34-ECB3-4B1144968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771" y="457200"/>
            <a:ext cx="727045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34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39BB94-4C20-319B-5505-94A4D5618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72" y="518431"/>
            <a:ext cx="8665036" cy="503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825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EC935C-9C03-BA44-65C1-0E7547B63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131" y="1123527"/>
            <a:ext cx="6139733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971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A9CF9F-2776-0D45-8E6C-869C136F6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869" y="751114"/>
            <a:ext cx="8934701" cy="541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96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7F55EAC-550A-4BDD-9099-3F20B8FA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C4F5A5F-493F-49AE-89B6-D5AF5EBC8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724001 w 12192000"/>
              <a:gd name="connsiteY0" fmla="*/ 434021 h 6858000"/>
              <a:gd name="connsiteX1" fmla="*/ 6471155 w 12192000"/>
              <a:gd name="connsiteY1" fmla="*/ 434599 h 6858000"/>
              <a:gd name="connsiteX2" fmla="*/ 5384913 w 12192000"/>
              <a:gd name="connsiteY2" fmla="*/ 497971 h 6858000"/>
              <a:gd name="connsiteX3" fmla="*/ 4818280 w 12192000"/>
              <a:gd name="connsiteY3" fmla="*/ 541802 h 6858000"/>
              <a:gd name="connsiteX4" fmla="*/ 3965428 w 12192000"/>
              <a:gd name="connsiteY4" fmla="*/ 675942 h 6858000"/>
              <a:gd name="connsiteX5" fmla="*/ 3699528 w 12192000"/>
              <a:gd name="connsiteY5" fmla="*/ 770472 h 6858000"/>
              <a:gd name="connsiteX6" fmla="*/ 3438854 w 12192000"/>
              <a:gd name="connsiteY6" fmla="*/ 834899 h 6858000"/>
              <a:gd name="connsiteX7" fmla="*/ 3367443 w 12192000"/>
              <a:gd name="connsiteY7" fmla="*/ 893518 h 6858000"/>
              <a:gd name="connsiteX8" fmla="*/ 3467301 w 12192000"/>
              <a:gd name="connsiteY8" fmla="*/ 953722 h 6858000"/>
              <a:gd name="connsiteX9" fmla="*/ 3889955 w 12192000"/>
              <a:gd name="connsiteY9" fmla="*/ 977486 h 6858000"/>
              <a:gd name="connsiteX10" fmla="*/ 3502135 w 12192000"/>
              <a:gd name="connsiteY10" fmla="*/ 1054062 h 6858000"/>
              <a:gd name="connsiteX11" fmla="*/ 4072832 w 12192000"/>
              <a:gd name="connsiteY11" fmla="*/ 1017622 h 6858000"/>
              <a:gd name="connsiteX12" fmla="*/ 4244099 w 12192000"/>
              <a:gd name="connsiteY12" fmla="*/ 1030825 h 6858000"/>
              <a:gd name="connsiteX13" fmla="*/ 4095475 w 12192000"/>
              <a:gd name="connsiteY13" fmla="*/ 1092084 h 6858000"/>
              <a:gd name="connsiteX14" fmla="*/ 3327386 w 12192000"/>
              <a:gd name="connsiteY14" fmla="*/ 1215660 h 6858000"/>
              <a:gd name="connsiteX15" fmla="*/ 3254813 w 12192000"/>
              <a:gd name="connsiteY15" fmla="*/ 1226749 h 6858000"/>
              <a:gd name="connsiteX16" fmla="*/ 2776427 w 12192000"/>
              <a:gd name="connsiteY16" fmla="*/ 1401552 h 6858000"/>
              <a:gd name="connsiteX17" fmla="*/ 3063226 w 12192000"/>
              <a:gd name="connsiteY17" fmla="*/ 1384124 h 6858000"/>
              <a:gd name="connsiteX18" fmla="*/ 2754945 w 12192000"/>
              <a:gd name="connsiteY18" fmla="*/ 1495025 h 6858000"/>
              <a:gd name="connsiteX19" fmla="*/ 2381061 w 12192000"/>
              <a:gd name="connsiteY19" fmla="*/ 1619658 h 6858000"/>
              <a:gd name="connsiteX20" fmla="*/ 2008336 w 12192000"/>
              <a:gd name="connsiteY20" fmla="*/ 1814527 h 6858000"/>
              <a:gd name="connsiteX21" fmla="*/ 1740695 w 12192000"/>
              <a:gd name="connsiteY21" fmla="*/ 1914337 h 6858000"/>
              <a:gd name="connsiteX22" fmla="*/ 1787720 w 12192000"/>
              <a:gd name="connsiteY22" fmla="*/ 1991970 h 6858000"/>
              <a:gd name="connsiteX23" fmla="*/ 1754048 w 12192000"/>
              <a:gd name="connsiteY23" fmla="*/ 2078049 h 6858000"/>
              <a:gd name="connsiteX24" fmla="*/ 2228951 w 12192000"/>
              <a:gd name="connsiteY24" fmla="*/ 1996721 h 6858000"/>
              <a:gd name="connsiteX25" fmla="*/ 2054781 w 12192000"/>
              <a:gd name="connsiteY25" fmla="*/ 2053228 h 6858000"/>
              <a:gd name="connsiteX26" fmla="*/ 1985693 w 12192000"/>
              <a:gd name="connsiteY26" fmla="*/ 2109207 h 6858000"/>
              <a:gd name="connsiteX27" fmla="*/ 2061168 w 12192000"/>
              <a:gd name="connsiteY27" fmla="*/ 2130859 h 6858000"/>
              <a:gd name="connsiteX28" fmla="*/ 2388026 w 12192000"/>
              <a:gd name="connsiteY28" fmla="*/ 2184726 h 6858000"/>
              <a:gd name="connsiteX29" fmla="*/ 1560719 w 12192000"/>
              <a:gd name="connsiteY29" fmla="*/ 2384876 h 6858000"/>
              <a:gd name="connsiteX30" fmla="*/ 1679734 w 12192000"/>
              <a:gd name="connsiteY30" fmla="*/ 2400191 h 6858000"/>
              <a:gd name="connsiteX31" fmla="*/ 2882089 w 12192000"/>
              <a:gd name="connsiteY31" fmla="*/ 2383292 h 6858000"/>
              <a:gd name="connsiteX32" fmla="*/ 3116638 w 12192000"/>
              <a:gd name="connsiteY32" fmla="*/ 2359528 h 6858000"/>
              <a:gd name="connsiteX33" fmla="*/ 2897765 w 12192000"/>
              <a:gd name="connsiteY33" fmla="*/ 2758243 h 6858000"/>
              <a:gd name="connsiteX34" fmla="*/ 2981367 w 12192000"/>
              <a:gd name="connsiteY34" fmla="*/ 2829008 h 6858000"/>
              <a:gd name="connsiteX35" fmla="*/ 2682955 w 12192000"/>
              <a:gd name="connsiteY35" fmla="*/ 2846436 h 6858000"/>
              <a:gd name="connsiteX36" fmla="*/ 2099485 w 12192000"/>
              <a:gd name="connsiteY36" fmla="*/ 3066653 h 6858000"/>
              <a:gd name="connsiteX37" fmla="*/ 1807460 w 12192000"/>
              <a:gd name="connsiteY37" fmla="*/ 3454808 h 6858000"/>
              <a:gd name="connsiteX38" fmla="*/ 1921251 w 12192000"/>
              <a:gd name="connsiteY38" fmla="*/ 3540889 h 6858000"/>
              <a:gd name="connsiteX39" fmla="*/ 1453313 w 12192000"/>
              <a:gd name="connsiteY39" fmla="*/ 3637002 h 6858000"/>
              <a:gd name="connsiteX40" fmla="*/ 1686122 w 12192000"/>
              <a:gd name="connsiteY40" fmla="*/ 3667634 h 6858000"/>
              <a:gd name="connsiteX41" fmla="*/ 1513692 w 12192000"/>
              <a:gd name="connsiteY41" fmla="*/ 3725196 h 6858000"/>
              <a:gd name="connsiteX42" fmla="*/ 1369711 w 12192000"/>
              <a:gd name="connsiteY42" fmla="*/ 3826063 h 6858000"/>
              <a:gd name="connsiteX43" fmla="*/ 2051298 w 12192000"/>
              <a:gd name="connsiteY43" fmla="*/ 3754242 h 6858000"/>
              <a:gd name="connsiteX44" fmla="*/ 2245207 w 12192000"/>
              <a:gd name="connsiteY44" fmla="*/ 3797018 h 6858000"/>
              <a:gd name="connsiteX45" fmla="*/ 2353192 w 12192000"/>
              <a:gd name="connsiteY45" fmla="*/ 3796489 h 6858000"/>
              <a:gd name="connsiteX46" fmla="*/ 2490207 w 12192000"/>
              <a:gd name="connsiteY46" fmla="*/ 3801242 h 6858000"/>
              <a:gd name="connsiteX47" fmla="*/ 2375835 w 12192000"/>
              <a:gd name="connsiteY47" fmla="*/ 3839794 h 6858000"/>
              <a:gd name="connsiteX48" fmla="*/ 2522138 w 12192000"/>
              <a:gd name="connsiteY48" fmla="*/ 4009841 h 6858000"/>
              <a:gd name="connsiteX49" fmla="*/ 1998466 w 12192000"/>
              <a:gd name="connsiteY49" fmla="*/ 4130778 h 6858000"/>
              <a:gd name="connsiteX50" fmla="*/ 2114580 w 12192000"/>
              <a:gd name="connsiteY50" fmla="*/ 4154543 h 6858000"/>
              <a:gd name="connsiteX51" fmla="*/ 2177862 w 12192000"/>
              <a:gd name="connsiteY51" fmla="*/ 4189925 h 6858000"/>
              <a:gd name="connsiteX52" fmla="*/ 1868419 w 12192000"/>
              <a:gd name="connsiteY52" fmla="*/ 4382153 h 6858000"/>
              <a:gd name="connsiteX53" fmla="*/ 2279460 w 12192000"/>
              <a:gd name="connsiteY53" fmla="*/ 4356805 h 6858000"/>
              <a:gd name="connsiteX54" fmla="*/ 2029817 w 12192000"/>
              <a:gd name="connsiteY54" fmla="*/ 4468235 h 6858000"/>
              <a:gd name="connsiteX55" fmla="*/ 1560137 w 12192000"/>
              <a:gd name="connsiteY55" fmla="*/ 4730172 h 6858000"/>
              <a:gd name="connsiteX56" fmla="*/ 1956664 w 12192000"/>
              <a:gd name="connsiteY56" fmla="*/ 4820477 h 6858000"/>
              <a:gd name="connsiteX57" fmla="*/ 3268168 w 12192000"/>
              <a:gd name="connsiteY57" fmla="*/ 4852692 h 6858000"/>
              <a:gd name="connsiteX58" fmla="*/ 2807197 w 12192000"/>
              <a:gd name="connsiteY58" fmla="*/ 4939300 h 6858000"/>
              <a:gd name="connsiteX59" fmla="*/ 2721272 w 12192000"/>
              <a:gd name="connsiteY59" fmla="*/ 4970458 h 6858000"/>
              <a:gd name="connsiteX60" fmla="*/ 2802552 w 12192000"/>
              <a:gd name="connsiteY60" fmla="*/ 5014291 h 6858000"/>
              <a:gd name="connsiteX61" fmla="*/ 2537812 w 12192000"/>
              <a:gd name="connsiteY61" fmla="*/ 5053898 h 6858000"/>
              <a:gd name="connsiteX62" fmla="*/ 2569744 w 12192000"/>
              <a:gd name="connsiteY62" fmla="*/ 5153182 h 6858000"/>
              <a:gd name="connsiteX63" fmla="*/ 1987436 w 12192000"/>
              <a:gd name="connsiteY63" fmla="*/ 5334320 h 6858000"/>
              <a:gd name="connsiteX64" fmla="*/ 1972921 w 12192000"/>
              <a:gd name="connsiteY64" fmla="*/ 5382376 h 6858000"/>
              <a:gd name="connsiteX65" fmla="*/ 2341001 w 12192000"/>
              <a:gd name="connsiteY65" fmla="*/ 5360725 h 6858000"/>
              <a:gd name="connsiteX66" fmla="*/ 2710822 w 12192000"/>
              <a:gd name="connsiteY66" fmla="*/ 5418816 h 6858000"/>
              <a:gd name="connsiteX67" fmla="*/ 2833903 w 12192000"/>
              <a:gd name="connsiteY67" fmla="*/ 5413007 h 6858000"/>
              <a:gd name="connsiteX68" fmla="*/ 3011556 w 12192000"/>
              <a:gd name="connsiteY68" fmla="*/ 5399276 h 6858000"/>
              <a:gd name="connsiteX69" fmla="*/ 3254233 w 12192000"/>
              <a:gd name="connsiteY69" fmla="*/ 5439412 h 6858000"/>
              <a:gd name="connsiteX70" fmla="*/ 2792101 w 12192000"/>
              <a:gd name="connsiteY70" fmla="*/ 5471625 h 6858000"/>
              <a:gd name="connsiteX71" fmla="*/ 2977303 w 12192000"/>
              <a:gd name="connsiteY71" fmla="*/ 5539751 h 6858000"/>
              <a:gd name="connsiteX72" fmla="*/ 3656566 w 12192000"/>
              <a:gd name="connsiteY72" fmla="*/ 5678642 h 6858000"/>
              <a:gd name="connsiteX73" fmla="*/ 4858340 w 12192000"/>
              <a:gd name="connsiteY73" fmla="*/ 5969625 h 6858000"/>
              <a:gd name="connsiteX74" fmla="*/ 5296668 w 12192000"/>
              <a:gd name="connsiteY74" fmla="*/ 6043559 h 6858000"/>
              <a:gd name="connsiteX75" fmla="*/ 5456323 w 12192000"/>
              <a:gd name="connsiteY75" fmla="*/ 6042502 h 6858000"/>
              <a:gd name="connsiteX76" fmla="*/ 5267058 w 12192000"/>
              <a:gd name="connsiteY76" fmla="*/ 6100066 h 6858000"/>
              <a:gd name="connsiteX77" fmla="*/ 7095266 w 12192000"/>
              <a:gd name="connsiteY77" fmla="*/ 6287541 h 6858000"/>
              <a:gd name="connsiteX78" fmla="*/ 9707235 w 12192000"/>
              <a:gd name="connsiteY78" fmla="*/ 5994446 h 6858000"/>
              <a:gd name="connsiteX79" fmla="*/ 10083442 w 12192000"/>
              <a:gd name="connsiteY79" fmla="*/ 5678642 h 6858000"/>
              <a:gd name="connsiteX80" fmla="*/ 10338892 w 12192000"/>
              <a:gd name="connsiteY80" fmla="*/ 4650957 h 6858000"/>
              <a:gd name="connsiteX81" fmla="*/ 10628013 w 12192000"/>
              <a:gd name="connsiteY81" fmla="*/ 4411198 h 6858000"/>
              <a:gd name="connsiteX82" fmla="*/ 10802766 w 12192000"/>
              <a:gd name="connsiteY82" fmla="*/ 4258050 h 6858000"/>
              <a:gd name="connsiteX83" fmla="*/ 10614662 w 12192000"/>
              <a:gd name="connsiteY83" fmla="*/ 4150318 h 6858000"/>
              <a:gd name="connsiteX84" fmla="*/ 10681427 w 12192000"/>
              <a:gd name="connsiteY84" fmla="*/ 4054203 h 6858000"/>
              <a:gd name="connsiteX85" fmla="*/ 10520029 w 12192000"/>
              <a:gd name="connsiteY85" fmla="*/ 3804411 h 6858000"/>
              <a:gd name="connsiteX86" fmla="*/ 10568798 w 12192000"/>
              <a:gd name="connsiteY86" fmla="*/ 3466426 h 6858000"/>
              <a:gd name="connsiteX87" fmla="*/ 10499709 w 12192000"/>
              <a:gd name="connsiteY87" fmla="*/ 3166465 h 6858000"/>
              <a:gd name="connsiteX88" fmla="*/ 10489840 w 12192000"/>
              <a:gd name="connsiteY88" fmla="*/ 2546475 h 6858000"/>
              <a:gd name="connsiteX89" fmla="*/ 10584471 w 12192000"/>
              <a:gd name="connsiteY89" fmla="*/ 2512148 h 6858000"/>
              <a:gd name="connsiteX90" fmla="*/ 10695942 w 12192000"/>
              <a:gd name="connsiteY90" fmla="*/ 2358471 h 6858000"/>
              <a:gd name="connsiteX91" fmla="*/ 10732516 w 12192000"/>
              <a:gd name="connsiteY91" fmla="*/ 2287706 h 6858000"/>
              <a:gd name="connsiteX92" fmla="*/ 10731357 w 12192000"/>
              <a:gd name="connsiteY92" fmla="*/ 2137725 h 6858000"/>
              <a:gd name="connsiteX93" fmla="*/ 10678525 w 12192000"/>
              <a:gd name="connsiteY93" fmla="*/ 2070656 h 6858000"/>
              <a:gd name="connsiteX94" fmla="*/ 10735999 w 12192000"/>
              <a:gd name="connsiteY94" fmla="*/ 1956587 h 6858000"/>
              <a:gd name="connsiteX95" fmla="*/ 10824246 w 12192000"/>
              <a:gd name="connsiteY95" fmla="*/ 1862584 h 6858000"/>
              <a:gd name="connsiteX96" fmla="*/ 10773156 w 12192000"/>
              <a:gd name="connsiteY96" fmla="*/ 1768054 h 6858000"/>
              <a:gd name="connsiteX97" fmla="*/ 10716261 w 12192000"/>
              <a:gd name="connsiteY97" fmla="*/ 1678278 h 6858000"/>
              <a:gd name="connsiteX98" fmla="*/ 10554864 w 12192000"/>
              <a:gd name="connsiteY98" fmla="*/ 1477599 h 6858000"/>
              <a:gd name="connsiteX99" fmla="*/ 10267483 w 12192000"/>
              <a:gd name="connsiteY99" fmla="*/ 1324977 h 6858000"/>
              <a:gd name="connsiteX100" fmla="*/ 9913337 w 12192000"/>
              <a:gd name="connsiteY100" fmla="*/ 1202458 h 6858000"/>
              <a:gd name="connsiteX101" fmla="*/ 10024805 w 12192000"/>
              <a:gd name="connsiteY101" fmla="*/ 1124827 h 6858000"/>
              <a:gd name="connsiteX102" fmla="*/ 9411726 w 12192000"/>
              <a:gd name="connsiteY102" fmla="*/ 980655 h 6858000"/>
              <a:gd name="connsiteX103" fmla="*/ 9930753 w 12192000"/>
              <a:gd name="connsiteY103" fmla="*/ 901968 h 6858000"/>
              <a:gd name="connsiteX104" fmla="*/ 9894178 w 12192000"/>
              <a:gd name="connsiteY104" fmla="*/ 871339 h 6858000"/>
              <a:gd name="connsiteX105" fmla="*/ 9858182 w 12192000"/>
              <a:gd name="connsiteY105" fmla="*/ 839125 h 6858000"/>
              <a:gd name="connsiteX106" fmla="*/ 10131050 w 12192000"/>
              <a:gd name="connsiteY106" fmla="*/ 792652 h 6858000"/>
              <a:gd name="connsiteX107" fmla="*/ 10006808 w 12192000"/>
              <a:gd name="connsiteY107" fmla="*/ 731920 h 6858000"/>
              <a:gd name="connsiteX108" fmla="*/ 10233809 w 12192000"/>
              <a:gd name="connsiteY108" fmla="*/ 710268 h 6858000"/>
              <a:gd name="connsiteX109" fmla="*/ 10267483 w 12192000"/>
              <a:gd name="connsiteY109" fmla="*/ 628940 h 6858000"/>
              <a:gd name="connsiteX110" fmla="*/ 10136275 w 12192000"/>
              <a:gd name="connsiteY110" fmla="*/ 589333 h 6858000"/>
              <a:gd name="connsiteX111" fmla="*/ 9131312 w 12192000"/>
              <a:gd name="connsiteY111" fmla="*/ 480544 h 6858000"/>
              <a:gd name="connsiteX112" fmla="*/ 7479600 w 12192000"/>
              <a:gd name="connsiteY112" fmla="*/ 454667 h 6858000"/>
              <a:gd name="connsiteX113" fmla="*/ 6724001 w 12192000"/>
              <a:gd name="connsiteY113" fmla="*/ 434021 h 6858000"/>
              <a:gd name="connsiteX114" fmla="*/ 0 w 12192000"/>
              <a:gd name="connsiteY114" fmla="*/ 0 h 6858000"/>
              <a:gd name="connsiteX115" fmla="*/ 12192000 w 12192000"/>
              <a:gd name="connsiteY115" fmla="*/ 0 h 6858000"/>
              <a:gd name="connsiteX116" fmla="*/ 12192000 w 12192000"/>
              <a:gd name="connsiteY116" fmla="*/ 6858000 h 6858000"/>
              <a:gd name="connsiteX117" fmla="*/ 0 w 12192000"/>
              <a:gd name="connsiteY11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12192000" h="6858000">
                <a:moveTo>
                  <a:pt x="6724001" y="434021"/>
                </a:moveTo>
                <a:cubicBezTo>
                  <a:pt x="6639882" y="433113"/>
                  <a:pt x="6555627" y="433147"/>
                  <a:pt x="6471155" y="434599"/>
                </a:cubicBezTo>
                <a:cubicBezTo>
                  <a:pt x="6109461" y="440937"/>
                  <a:pt x="5748349" y="439351"/>
                  <a:pt x="5384913" y="497971"/>
                </a:cubicBezTo>
                <a:cubicBezTo>
                  <a:pt x="5199132" y="528072"/>
                  <a:pt x="5005803" y="518038"/>
                  <a:pt x="4818280" y="541802"/>
                </a:cubicBezTo>
                <a:cubicBezTo>
                  <a:pt x="4532641" y="578242"/>
                  <a:pt x="4247003" y="621019"/>
                  <a:pt x="3965428" y="675942"/>
                </a:cubicBezTo>
                <a:cubicBezTo>
                  <a:pt x="3877181" y="693369"/>
                  <a:pt x="3768034" y="703930"/>
                  <a:pt x="3699528" y="770472"/>
                </a:cubicBezTo>
                <a:cubicBezTo>
                  <a:pt x="3590961" y="728224"/>
                  <a:pt x="3523617" y="807966"/>
                  <a:pt x="3438854" y="834899"/>
                </a:cubicBezTo>
                <a:cubicBezTo>
                  <a:pt x="3405761" y="845462"/>
                  <a:pt x="3362218" y="860248"/>
                  <a:pt x="3367443" y="893518"/>
                </a:cubicBezTo>
                <a:cubicBezTo>
                  <a:pt x="3372089" y="935238"/>
                  <a:pt x="3420855" y="962172"/>
                  <a:pt x="3467301" y="953722"/>
                </a:cubicBezTo>
                <a:cubicBezTo>
                  <a:pt x="3611863" y="927317"/>
                  <a:pt x="3741328" y="986464"/>
                  <a:pt x="3889955" y="977486"/>
                </a:cubicBezTo>
                <a:cubicBezTo>
                  <a:pt x="3760488" y="1002836"/>
                  <a:pt x="3631601" y="1028713"/>
                  <a:pt x="3502135" y="1054062"/>
                </a:cubicBezTo>
                <a:cubicBezTo>
                  <a:pt x="3694303" y="1074129"/>
                  <a:pt x="3883568" y="1038218"/>
                  <a:pt x="4072832" y="1017622"/>
                </a:cubicBezTo>
                <a:cubicBezTo>
                  <a:pt x="4133792" y="1011285"/>
                  <a:pt x="4228424" y="962699"/>
                  <a:pt x="4244099" y="1030825"/>
                </a:cubicBezTo>
                <a:cubicBezTo>
                  <a:pt x="4254550" y="1076242"/>
                  <a:pt x="4152951" y="1079410"/>
                  <a:pt x="4095475" y="1092084"/>
                </a:cubicBezTo>
                <a:cubicBezTo>
                  <a:pt x="3841766" y="1146479"/>
                  <a:pt x="3583994" y="1178165"/>
                  <a:pt x="3327386" y="1215660"/>
                </a:cubicBezTo>
                <a:cubicBezTo>
                  <a:pt x="3303001" y="1219357"/>
                  <a:pt x="3271070" y="1216188"/>
                  <a:pt x="3254813" y="1226749"/>
                </a:cubicBezTo>
                <a:cubicBezTo>
                  <a:pt x="3123605" y="1311774"/>
                  <a:pt x="2957563" y="1339765"/>
                  <a:pt x="2776427" y="1401552"/>
                </a:cubicBezTo>
                <a:cubicBezTo>
                  <a:pt x="2890798" y="1430598"/>
                  <a:pt x="2968012" y="1370921"/>
                  <a:pt x="3063226" y="1384124"/>
                </a:cubicBezTo>
                <a:cubicBezTo>
                  <a:pt x="2966272" y="1448024"/>
                  <a:pt x="2853641" y="1460171"/>
                  <a:pt x="2754945" y="1495025"/>
                </a:cubicBezTo>
                <a:cubicBezTo>
                  <a:pt x="2684117" y="1519846"/>
                  <a:pt x="2421119" y="1597477"/>
                  <a:pt x="2381061" y="1619658"/>
                </a:cubicBezTo>
                <a:cubicBezTo>
                  <a:pt x="2260302" y="1688311"/>
                  <a:pt x="2107033" y="1720525"/>
                  <a:pt x="2008336" y="1814527"/>
                </a:cubicBezTo>
                <a:cubicBezTo>
                  <a:pt x="1938668" y="1880540"/>
                  <a:pt x="1822554" y="1868393"/>
                  <a:pt x="1740695" y="1914337"/>
                </a:cubicBezTo>
                <a:cubicBezTo>
                  <a:pt x="1711667" y="1957642"/>
                  <a:pt x="1767982" y="1968733"/>
                  <a:pt x="1787720" y="1991970"/>
                </a:cubicBezTo>
                <a:cubicBezTo>
                  <a:pt x="1813846" y="2023126"/>
                  <a:pt x="1767401" y="2040555"/>
                  <a:pt x="1754048" y="2078049"/>
                </a:cubicBezTo>
                <a:cubicBezTo>
                  <a:pt x="1907898" y="2035802"/>
                  <a:pt x="2054781" y="2010981"/>
                  <a:pt x="2228951" y="1996721"/>
                </a:cubicBezTo>
                <a:cubicBezTo>
                  <a:pt x="2171475" y="2057452"/>
                  <a:pt x="2101807" y="2031048"/>
                  <a:pt x="2054781" y="2053228"/>
                </a:cubicBezTo>
                <a:cubicBezTo>
                  <a:pt x="2024011" y="2067487"/>
                  <a:pt x="1976984" y="2073824"/>
                  <a:pt x="1985693" y="2109207"/>
                </a:cubicBezTo>
                <a:cubicBezTo>
                  <a:pt x="1992660" y="2137196"/>
                  <a:pt x="2032140" y="2133500"/>
                  <a:pt x="2061168" y="2130859"/>
                </a:cubicBezTo>
                <a:cubicBezTo>
                  <a:pt x="2172636" y="2120825"/>
                  <a:pt x="2281202" y="2117656"/>
                  <a:pt x="2388026" y="2184726"/>
                </a:cubicBezTo>
                <a:cubicBezTo>
                  <a:pt x="2116321" y="2282425"/>
                  <a:pt x="1803977" y="2241233"/>
                  <a:pt x="1560719" y="2384876"/>
                </a:cubicBezTo>
                <a:cubicBezTo>
                  <a:pt x="1594973" y="2429237"/>
                  <a:pt x="1643739" y="2405472"/>
                  <a:pt x="1679734" y="2400191"/>
                </a:cubicBezTo>
                <a:cubicBezTo>
                  <a:pt x="1916026" y="2364279"/>
                  <a:pt x="2760170" y="2428180"/>
                  <a:pt x="2882089" y="2383292"/>
                </a:cubicBezTo>
                <a:cubicBezTo>
                  <a:pt x="2956983" y="2355830"/>
                  <a:pt x="3035941" y="2342628"/>
                  <a:pt x="3116638" y="2359528"/>
                </a:cubicBezTo>
                <a:cubicBezTo>
                  <a:pt x="3194434" y="2375898"/>
                  <a:pt x="3174696" y="2605622"/>
                  <a:pt x="2897765" y="2758243"/>
                </a:cubicBezTo>
                <a:cubicBezTo>
                  <a:pt x="2858286" y="2779895"/>
                  <a:pt x="3034779" y="2811053"/>
                  <a:pt x="2981367" y="2829008"/>
                </a:cubicBezTo>
                <a:cubicBezTo>
                  <a:pt x="2939566" y="2843267"/>
                  <a:pt x="2734626" y="2835346"/>
                  <a:pt x="2682955" y="2846436"/>
                </a:cubicBezTo>
                <a:cubicBezTo>
                  <a:pt x="2662635" y="2851188"/>
                  <a:pt x="2040267" y="3029159"/>
                  <a:pt x="2099485" y="3066653"/>
                </a:cubicBezTo>
                <a:cubicBezTo>
                  <a:pt x="2276558" y="3179139"/>
                  <a:pt x="2869897" y="3385098"/>
                  <a:pt x="1807460" y="3454808"/>
                </a:cubicBezTo>
                <a:cubicBezTo>
                  <a:pt x="1841132" y="3495472"/>
                  <a:pt x="1934024" y="3469596"/>
                  <a:pt x="1921251" y="3540889"/>
                </a:cubicBezTo>
                <a:cubicBezTo>
                  <a:pt x="1780173" y="3579440"/>
                  <a:pt x="1617035" y="3577328"/>
                  <a:pt x="1453313" y="3637002"/>
                </a:cubicBezTo>
                <a:cubicBezTo>
                  <a:pt x="1527047" y="3680307"/>
                  <a:pt x="1611808" y="3653902"/>
                  <a:pt x="1686122" y="3667634"/>
                </a:cubicBezTo>
                <a:cubicBezTo>
                  <a:pt x="1644320" y="3722027"/>
                  <a:pt x="1572330" y="3713578"/>
                  <a:pt x="1513692" y="3725196"/>
                </a:cubicBezTo>
                <a:cubicBezTo>
                  <a:pt x="1459700" y="3736286"/>
                  <a:pt x="1345329" y="3830816"/>
                  <a:pt x="1369711" y="3826063"/>
                </a:cubicBezTo>
                <a:cubicBezTo>
                  <a:pt x="1595553" y="3783815"/>
                  <a:pt x="1824877" y="3795434"/>
                  <a:pt x="2051298" y="3754242"/>
                </a:cubicBezTo>
                <a:cubicBezTo>
                  <a:pt x="2126192" y="3740511"/>
                  <a:pt x="2210955" y="3714106"/>
                  <a:pt x="2245207" y="3797018"/>
                </a:cubicBezTo>
                <a:cubicBezTo>
                  <a:pt x="2255659" y="3821310"/>
                  <a:pt x="2248109" y="3829232"/>
                  <a:pt x="2353192" y="3796489"/>
                </a:cubicBezTo>
                <a:cubicBezTo>
                  <a:pt x="2394414" y="3783815"/>
                  <a:pt x="2448988" y="3770085"/>
                  <a:pt x="2490207" y="3801242"/>
                </a:cubicBezTo>
                <a:cubicBezTo>
                  <a:pt x="2464082" y="3840321"/>
                  <a:pt x="2413572" y="3828703"/>
                  <a:pt x="2375835" y="3839794"/>
                </a:cubicBezTo>
                <a:cubicBezTo>
                  <a:pt x="2275978" y="3868311"/>
                  <a:pt x="2619094" y="3977100"/>
                  <a:pt x="2522138" y="4009841"/>
                </a:cubicBezTo>
                <a:cubicBezTo>
                  <a:pt x="2323584" y="4076912"/>
                  <a:pt x="2199343" y="4057372"/>
                  <a:pt x="1998466" y="4130778"/>
                </a:cubicBezTo>
                <a:cubicBezTo>
                  <a:pt x="2066973" y="4129192"/>
                  <a:pt x="2046072" y="4154543"/>
                  <a:pt x="2114580" y="4154543"/>
                </a:cubicBezTo>
                <a:cubicBezTo>
                  <a:pt x="2145350" y="4154543"/>
                  <a:pt x="2177862" y="4160878"/>
                  <a:pt x="2177862" y="4189925"/>
                </a:cubicBezTo>
                <a:cubicBezTo>
                  <a:pt x="2177862" y="4217385"/>
                  <a:pt x="1817330" y="4367895"/>
                  <a:pt x="1868419" y="4382153"/>
                </a:cubicBezTo>
                <a:cubicBezTo>
                  <a:pt x="2007755" y="4420704"/>
                  <a:pt x="2365385" y="4302410"/>
                  <a:pt x="2279460" y="4356805"/>
                </a:cubicBezTo>
                <a:cubicBezTo>
                  <a:pt x="2148834" y="4439716"/>
                  <a:pt x="2129094" y="4456088"/>
                  <a:pt x="2029817" y="4468235"/>
                </a:cubicBezTo>
                <a:cubicBezTo>
                  <a:pt x="1944474" y="4478796"/>
                  <a:pt x="1644320" y="4710633"/>
                  <a:pt x="1560137" y="4730172"/>
                </a:cubicBezTo>
                <a:cubicBezTo>
                  <a:pt x="1485825" y="4747072"/>
                  <a:pt x="1774947" y="4800410"/>
                  <a:pt x="1956664" y="4820477"/>
                </a:cubicBezTo>
                <a:cubicBezTo>
                  <a:pt x="2130256" y="4840017"/>
                  <a:pt x="3101544" y="4789319"/>
                  <a:pt x="3268168" y="4852692"/>
                </a:cubicBezTo>
                <a:cubicBezTo>
                  <a:pt x="3111993" y="4878041"/>
                  <a:pt x="2970336" y="4953030"/>
                  <a:pt x="2807197" y="4939300"/>
                </a:cubicBezTo>
                <a:cubicBezTo>
                  <a:pt x="2773524" y="4936660"/>
                  <a:pt x="2724756" y="4930323"/>
                  <a:pt x="2721272" y="4970458"/>
                </a:cubicBezTo>
                <a:cubicBezTo>
                  <a:pt x="2718369" y="5005313"/>
                  <a:pt x="2788038" y="4981548"/>
                  <a:pt x="2802552" y="5014291"/>
                </a:cubicBezTo>
                <a:cubicBezTo>
                  <a:pt x="2719531" y="5060235"/>
                  <a:pt x="2621415" y="5018515"/>
                  <a:pt x="2537812" y="5053898"/>
                </a:cubicBezTo>
                <a:cubicBezTo>
                  <a:pt x="2491948" y="5099314"/>
                  <a:pt x="2589483" y="5107236"/>
                  <a:pt x="2569744" y="5153182"/>
                </a:cubicBezTo>
                <a:cubicBezTo>
                  <a:pt x="2301522" y="5193845"/>
                  <a:pt x="2252174" y="5268836"/>
                  <a:pt x="1987436" y="5334320"/>
                </a:cubicBezTo>
                <a:cubicBezTo>
                  <a:pt x="1971179" y="5338545"/>
                  <a:pt x="1958407" y="5352274"/>
                  <a:pt x="1972921" y="5382376"/>
                </a:cubicBezTo>
                <a:cubicBezTo>
                  <a:pt x="2087874" y="5396107"/>
                  <a:pt x="2215599" y="5373399"/>
                  <a:pt x="2341001" y="5360725"/>
                </a:cubicBezTo>
                <a:cubicBezTo>
                  <a:pt x="2537812" y="5340129"/>
                  <a:pt x="2533748" y="5339072"/>
                  <a:pt x="2710822" y="5418816"/>
                </a:cubicBezTo>
                <a:cubicBezTo>
                  <a:pt x="2743914" y="5433602"/>
                  <a:pt x="2801390" y="5438355"/>
                  <a:pt x="2833903" y="5413007"/>
                </a:cubicBezTo>
                <a:cubicBezTo>
                  <a:pt x="2896604" y="5364422"/>
                  <a:pt x="2950016" y="5368646"/>
                  <a:pt x="3011556" y="5399276"/>
                </a:cubicBezTo>
                <a:cubicBezTo>
                  <a:pt x="3077160" y="5432547"/>
                  <a:pt x="3171793" y="5391882"/>
                  <a:pt x="3254233" y="5439412"/>
                </a:cubicBezTo>
                <a:cubicBezTo>
                  <a:pt x="3099802" y="5473739"/>
                  <a:pt x="2957563" y="5473739"/>
                  <a:pt x="2792101" y="5471625"/>
                </a:cubicBezTo>
                <a:cubicBezTo>
                  <a:pt x="2846095" y="5537639"/>
                  <a:pt x="2914601" y="5536582"/>
                  <a:pt x="2977303" y="5539751"/>
                </a:cubicBezTo>
                <a:cubicBezTo>
                  <a:pt x="3214174" y="5551898"/>
                  <a:pt x="3601411" y="5660686"/>
                  <a:pt x="3656566" y="5678642"/>
                </a:cubicBezTo>
                <a:cubicBezTo>
                  <a:pt x="4280675" y="5879847"/>
                  <a:pt x="4178497" y="5898332"/>
                  <a:pt x="4858340" y="5969625"/>
                </a:cubicBezTo>
                <a:cubicBezTo>
                  <a:pt x="5261253" y="6011873"/>
                  <a:pt x="4887368" y="6032469"/>
                  <a:pt x="5296668" y="6043559"/>
                </a:cubicBezTo>
                <a:cubicBezTo>
                  <a:pt x="5349500" y="6045143"/>
                  <a:pt x="5402911" y="6044087"/>
                  <a:pt x="5456323" y="6042502"/>
                </a:cubicBezTo>
                <a:cubicBezTo>
                  <a:pt x="5368077" y="6073134"/>
                  <a:pt x="5267058" y="6100066"/>
                  <a:pt x="5267058" y="6100066"/>
                </a:cubicBezTo>
                <a:cubicBezTo>
                  <a:pt x="5267058" y="6100066"/>
                  <a:pt x="5318728" y="6208854"/>
                  <a:pt x="7095266" y="6287541"/>
                </a:cubicBezTo>
                <a:cubicBezTo>
                  <a:pt x="7422124" y="6302329"/>
                  <a:pt x="9563254" y="6024548"/>
                  <a:pt x="9707235" y="5994446"/>
                </a:cubicBezTo>
                <a:cubicBezTo>
                  <a:pt x="9844249" y="5966984"/>
                  <a:pt x="10002164" y="5671247"/>
                  <a:pt x="10083442" y="5678642"/>
                </a:cubicBezTo>
                <a:cubicBezTo>
                  <a:pt x="10103183" y="5653293"/>
                  <a:pt x="10283158" y="5139979"/>
                  <a:pt x="10338892" y="4650957"/>
                </a:cubicBezTo>
                <a:cubicBezTo>
                  <a:pt x="10448618" y="4580718"/>
                  <a:pt x="10551960" y="4503088"/>
                  <a:pt x="10628013" y="4411198"/>
                </a:cubicBezTo>
                <a:cubicBezTo>
                  <a:pt x="10675040" y="4354692"/>
                  <a:pt x="10718003" y="4298185"/>
                  <a:pt x="10802766" y="4258050"/>
                </a:cubicBezTo>
                <a:cubicBezTo>
                  <a:pt x="10755739" y="4203128"/>
                  <a:pt x="10675040" y="4190453"/>
                  <a:pt x="10614662" y="4150318"/>
                </a:cubicBezTo>
                <a:cubicBezTo>
                  <a:pt x="10610017" y="4117046"/>
                  <a:pt x="10705811" y="4127081"/>
                  <a:pt x="10681427" y="4054203"/>
                </a:cubicBezTo>
                <a:cubicBezTo>
                  <a:pt x="10648335" y="3957032"/>
                  <a:pt x="10684328" y="3846131"/>
                  <a:pt x="10520029" y="3804411"/>
                </a:cubicBezTo>
                <a:cubicBezTo>
                  <a:pt x="10476485" y="3709881"/>
                  <a:pt x="10464294" y="3558845"/>
                  <a:pt x="10568798" y="3466426"/>
                </a:cubicBezTo>
                <a:cubicBezTo>
                  <a:pt x="10724388" y="3328592"/>
                  <a:pt x="10699424" y="3240927"/>
                  <a:pt x="10499709" y="3166465"/>
                </a:cubicBezTo>
                <a:cubicBezTo>
                  <a:pt x="10474164" y="3156958"/>
                  <a:pt x="10501452" y="2570768"/>
                  <a:pt x="10489840" y="2546475"/>
                </a:cubicBezTo>
                <a:cubicBezTo>
                  <a:pt x="10508418" y="2513205"/>
                  <a:pt x="10551960" y="2521126"/>
                  <a:pt x="10584471" y="2512148"/>
                </a:cubicBezTo>
                <a:cubicBezTo>
                  <a:pt x="10726711" y="2474125"/>
                  <a:pt x="10731357" y="2474125"/>
                  <a:pt x="10695942" y="2358471"/>
                </a:cubicBezTo>
                <a:cubicBezTo>
                  <a:pt x="10685490" y="2323616"/>
                  <a:pt x="10709874" y="2309357"/>
                  <a:pt x="10732516" y="2287706"/>
                </a:cubicBezTo>
                <a:cubicBezTo>
                  <a:pt x="10817280" y="2206905"/>
                  <a:pt x="10817860" y="2205850"/>
                  <a:pt x="10731357" y="2137725"/>
                </a:cubicBezTo>
                <a:cubicBezTo>
                  <a:pt x="10706391" y="2118185"/>
                  <a:pt x="10689555" y="2097061"/>
                  <a:pt x="10678525" y="2070656"/>
                </a:cubicBezTo>
                <a:cubicBezTo>
                  <a:pt x="10658203" y="2022599"/>
                  <a:pt x="10658784" y="1982463"/>
                  <a:pt x="10735999" y="1956587"/>
                </a:cubicBezTo>
                <a:cubicBezTo>
                  <a:pt x="10789993" y="1938104"/>
                  <a:pt x="10820762" y="1916978"/>
                  <a:pt x="10824246" y="1862584"/>
                </a:cubicBezTo>
                <a:cubicBezTo>
                  <a:pt x="10826570" y="1817166"/>
                  <a:pt x="10832955" y="1787594"/>
                  <a:pt x="10773156" y="1768054"/>
                </a:cubicBezTo>
                <a:cubicBezTo>
                  <a:pt x="10724969" y="1752211"/>
                  <a:pt x="10711036" y="1718412"/>
                  <a:pt x="10716261" y="1678278"/>
                </a:cubicBezTo>
                <a:cubicBezTo>
                  <a:pt x="10728452" y="1580050"/>
                  <a:pt x="10662849" y="1522487"/>
                  <a:pt x="10554864" y="1477599"/>
                </a:cubicBezTo>
                <a:cubicBezTo>
                  <a:pt x="10452101" y="1434822"/>
                  <a:pt x="10362116" y="1377259"/>
                  <a:pt x="10267483" y="1324977"/>
                </a:cubicBezTo>
                <a:cubicBezTo>
                  <a:pt x="10162399" y="1266887"/>
                  <a:pt x="10040481" y="1232031"/>
                  <a:pt x="9913337" y="1202458"/>
                </a:cubicBezTo>
                <a:cubicBezTo>
                  <a:pt x="9936561" y="1160210"/>
                  <a:pt x="10016678" y="1183974"/>
                  <a:pt x="10024805" y="1124827"/>
                </a:cubicBezTo>
                <a:cubicBezTo>
                  <a:pt x="9826251" y="1074658"/>
                  <a:pt x="9636408" y="999139"/>
                  <a:pt x="9411726" y="980655"/>
                </a:cubicBezTo>
                <a:cubicBezTo>
                  <a:pt x="9593444" y="990161"/>
                  <a:pt x="9758326" y="922036"/>
                  <a:pt x="9930753" y="901968"/>
                </a:cubicBezTo>
                <a:cubicBezTo>
                  <a:pt x="9947008" y="868698"/>
                  <a:pt x="9909273" y="877147"/>
                  <a:pt x="9894178" y="871339"/>
                </a:cubicBezTo>
                <a:cubicBezTo>
                  <a:pt x="9879083" y="865001"/>
                  <a:pt x="9860506" y="862889"/>
                  <a:pt x="9858182" y="839125"/>
                </a:cubicBezTo>
                <a:cubicBezTo>
                  <a:pt x="9941205" y="804798"/>
                  <a:pt x="10045126" y="827506"/>
                  <a:pt x="10131050" y="792652"/>
                </a:cubicBezTo>
                <a:cubicBezTo>
                  <a:pt x="10111891" y="741954"/>
                  <a:pt x="10037578" y="772583"/>
                  <a:pt x="10006808" y="731920"/>
                </a:cubicBezTo>
                <a:cubicBezTo>
                  <a:pt x="10086927" y="724526"/>
                  <a:pt x="10161239" y="721357"/>
                  <a:pt x="10233809" y="710268"/>
                </a:cubicBezTo>
                <a:cubicBezTo>
                  <a:pt x="10290705" y="701818"/>
                  <a:pt x="10306380" y="658513"/>
                  <a:pt x="10267483" y="628940"/>
                </a:cubicBezTo>
                <a:cubicBezTo>
                  <a:pt x="10232648" y="602536"/>
                  <a:pt x="10181559" y="600422"/>
                  <a:pt x="10136275" y="589333"/>
                </a:cubicBezTo>
                <a:cubicBezTo>
                  <a:pt x="9813479" y="512230"/>
                  <a:pt x="9474428" y="487409"/>
                  <a:pt x="9131312" y="480544"/>
                </a:cubicBezTo>
                <a:cubicBezTo>
                  <a:pt x="8580936" y="469453"/>
                  <a:pt x="8028817" y="469982"/>
                  <a:pt x="7479600" y="454667"/>
                </a:cubicBezTo>
                <a:cubicBezTo>
                  <a:pt x="7227489" y="447934"/>
                  <a:pt x="6976357" y="436744"/>
                  <a:pt x="6724001" y="43402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098696-C96B-AD4F-38BB-3C8989B46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633" y="1289713"/>
            <a:ext cx="5431809" cy="458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448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360BC9-B33D-3D37-1B3A-4E37B75BFA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6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188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D55A19D-297C-4231-AD1F-08EF9B4AA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AB6C56-3D38-4923-996E-BD474BBB9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72668" y="1090453"/>
            <a:ext cx="9465232" cy="5238271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CD21DB-082D-417D-A5AB-FC838AF9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72668" y="1090453"/>
            <a:ext cx="9465232" cy="5238271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Graphic 212">
            <a:extLst>
              <a:ext uri="{FF2B5EF4-FFF2-40B4-BE49-F238E27FC236}">
                <a16:creationId xmlns:a16="http://schemas.microsoft.com/office/drawing/2014/main" id="{7BD8AB83-2763-4392-B4B9-049CDF1F6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73609" y="168141"/>
            <a:ext cx="1009111" cy="100911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80F071C-C35C-4CE1-8EE5-8ED96E2F4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73609" y="168141"/>
            <a:ext cx="1009111" cy="100911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D97FAB4-59E0-4E65-B50B-867B14D2A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460" y="4428611"/>
            <a:ext cx="565207" cy="56520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D578F4B-2751-4FC2-8853-FAC5C5913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460" y="4428611"/>
            <a:ext cx="565207" cy="56520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99684-FB5C-27DF-E24D-8FDFEA61C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9" y="0"/>
            <a:ext cx="12058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39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nada ellaban</dc:creator>
  <cp:lastModifiedBy>nada ellaban</cp:lastModifiedBy>
  <cp:revision>3</cp:revision>
  <dcterms:created xsi:type="dcterms:W3CDTF">2024-10-07T03:15:19Z</dcterms:created>
  <dcterms:modified xsi:type="dcterms:W3CDTF">2026-10-06T10:23:41Z</dcterms:modified>
</cp:coreProperties>
</file>